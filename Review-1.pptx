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274600"/>
              </p:ext>
            </p:extLst>
          </p:nvPr>
        </p:nvGraphicFramePr>
        <p:xfrm>
          <a:off x="8441667" y="4600918"/>
          <a:ext cx="3695218" cy="3455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5218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A.Srinivas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2420030349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Name:S.Roshan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2420030528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Name:M.Pranay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2420030562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538482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8718890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431086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9291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Dr.K.Venkateswari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CSE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IN" dirty="0"/>
          </a:p>
          <a:p>
            <a:pPr lvl="0" algn="ctr">
              <a:defRPr/>
            </a:pPr>
            <a:r>
              <a:rPr lang="en-IN" dirty="0" err="1"/>
              <a:t>Oakora</a:t>
            </a:r>
            <a:r>
              <a:rPr lang="en-IN" dirty="0"/>
              <a:t>: A Scalable Microservices-Based Online Furniture Marketplace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773192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76302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8D160A-EDAA-2D9D-9D3C-D3E79612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F20253-1381-B645-F2AC-38F76B5E6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0F5AE-FCBD-B6EB-15B1-FEC8AB1F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B92013-BDD1-40F5-C317-CDE72565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B7B47-3090-F932-FCCB-DBD53022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633892-67EF-205F-49DA-DCDB47991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232</Words>
  <Application>Microsoft Office PowerPoint</Application>
  <PresentationFormat>Widescreen</PresentationFormat>
  <Paragraphs>65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Srinivas Areti</cp:lastModifiedBy>
  <cp:revision>35</cp:revision>
  <dcterms:created xsi:type="dcterms:W3CDTF">2026-08-08T06:33:56Z</dcterms:created>
  <dcterms:modified xsi:type="dcterms:W3CDTF">2026-10-29T02:55:44Z</dcterms:modified>
</cp:coreProperties>
</file>