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28697" y="157048"/>
            <a:ext cx="7134605" cy="1015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72182" y="1693290"/>
            <a:ext cx="7748270" cy="3317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1439" y="4818888"/>
            <a:ext cx="0" cy="1645920"/>
          </a:xfrm>
          <a:custGeom>
            <a:avLst/>
            <a:gdLst/>
            <a:ahLst/>
            <a:cxnLst/>
            <a:rect l="l" t="t" r="r" b="b"/>
            <a:pathLst>
              <a:path h="1645920">
                <a:moveTo>
                  <a:pt x="0" y="0"/>
                </a:moveTo>
                <a:lnTo>
                  <a:pt x="0" y="164588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291321" y="4846701"/>
            <a:ext cx="2361259" cy="15946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54000">
              <a:lnSpc>
                <a:spcPct val="100000"/>
              </a:lnSpc>
              <a:spcBef>
                <a:spcPts val="95"/>
              </a:spcBef>
            </a:pPr>
            <a:r>
              <a:rPr sz="16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Team</a:t>
            </a:r>
            <a:r>
              <a:rPr sz="16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Members </a:t>
            </a:r>
            <a:r>
              <a:rPr sz="1600" b="1" dirty="0">
                <a:latin typeface="Times New Roman"/>
                <a:cs typeface="Times New Roman"/>
              </a:rPr>
              <a:t>Name: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lang="en-IN" sz="1600" b="1" spc="-25" dirty="0" err="1">
                <a:latin typeface="Times New Roman"/>
                <a:cs typeface="Times New Roman"/>
              </a:rPr>
              <a:t>S.Roshan</a:t>
            </a:r>
            <a:r>
              <a:rPr lang="en-IN" sz="1600" b="1" spc="-25" dirty="0">
                <a:latin typeface="Times New Roman"/>
                <a:cs typeface="Times New Roman"/>
              </a:rPr>
              <a:t> Sai</a:t>
            </a:r>
          </a:p>
          <a:p>
            <a:pPr marL="12700" marR="2540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latin typeface="Times New Roman"/>
                <a:cs typeface="Times New Roman"/>
              </a:rPr>
              <a:t>RollNumber:</a:t>
            </a:r>
            <a:r>
              <a:rPr sz="1400" b="1" spc="-10" dirty="0">
                <a:latin typeface="Times New Roman"/>
                <a:cs typeface="Times New Roman"/>
              </a:rPr>
              <a:t>24200305</a:t>
            </a:r>
            <a:r>
              <a:rPr lang="en-IN" sz="1400" b="1" spc="-10" dirty="0">
                <a:latin typeface="Times New Roman"/>
                <a:cs typeface="Times New Roman"/>
              </a:rPr>
              <a:t>28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Name: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lang="en-IN" sz="1400" b="1" spc="-20" dirty="0" err="1">
                <a:latin typeface="Times New Roman"/>
                <a:cs typeface="Times New Roman"/>
              </a:rPr>
              <a:t>A.Srinivas</a:t>
            </a:r>
            <a:endParaRPr sz="14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Rol</a:t>
            </a:r>
            <a:r>
              <a:rPr lang="en-IN" sz="1400" b="1" dirty="0">
                <a:latin typeface="Times New Roman"/>
                <a:cs typeface="Times New Roman"/>
              </a:rPr>
              <a:t>l</a:t>
            </a:r>
            <a:r>
              <a:rPr sz="1400" b="1" dirty="0" err="1">
                <a:latin typeface="Times New Roman"/>
                <a:cs typeface="Times New Roman"/>
              </a:rPr>
              <a:t>Numbe</a:t>
            </a:r>
            <a:r>
              <a:rPr lang="en-IN" sz="1400" b="1" dirty="0">
                <a:latin typeface="Times New Roman"/>
                <a:cs typeface="Times New Roman"/>
              </a:rPr>
              <a:t>r:2420030349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Name</a:t>
            </a:r>
            <a:r>
              <a:rPr lang="en-IN" sz="1400" b="1" dirty="0">
                <a:latin typeface="Times New Roman"/>
                <a:cs typeface="Times New Roman"/>
              </a:rPr>
              <a:t>:</a:t>
            </a:r>
            <a:r>
              <a:rPr lang="en-IN" sz="1400" b="1" spc="-20" dirty="0" err="1">
                <a:latin typeface="Times New Roman"/>
                <a:cs typeface="Times New Roman"/>
              </a:rPr>
              <a:t>M.Pranay</a:t>
            </a:r>
            <a:endParaRPr lang="en-IN" sz="1400" b="1" spc="-2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Roll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Number: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24200305</a:t>
            </a:r>
            <a:r>
              <a:rPr lang="en-IN" sz="1400" b="1" spc="-10" dirty="0">
                <a:latin typeface="Times New Roman"/>
                <a:cs typeface="Times New Roman"/>
              </a:rPr>
              <a:t>62</a:t>
            </a: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1663" y="4592065"/>
            <a:ext cx="326770" cy="24637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75843" y="4529073"/>
            <a:ext cx="327025" cy="1611630"/>
            <a:chOff x="375843" y="4529073"/>
            <a:chExt cx="327025" cy="1611630"/>
          </a:xfrm>
        </p:grpSpPr>
        <p:sp>
          <p:nvSpPr>
            <p:cNvPr id="6" name="object 6"/>
            <p:cNvSpPr/>
            <p:nvPr/>
          </p:nvSpPr>
          <p:spPr>
            <a:xfrm>
              <a:off x="577748" y="4774183"/>
              <a:ext cx="0" cy="1366520"/>
            </a:xfrm>
            <a:custGeom>
              <a:avLst/>
              <a:gdLst/>
              <a:ahLst/>
              <a:cxnLst/>
              <a:rect l="l" t="t" r="r" b="b"/>
              <a:pathLst>
                <a:path h="1366520">
                  <a:moveTo>
                    <a:pt x="0" y="0"/>
                  </a:moveTo>
                  <a:lnTo>
                    <a:pt x="0" y="136645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843" y="4529073"/>
              <a:ext cx="326898" cy="24638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56640" y="4848946"/>
            <a:ext cx="3915410" cy="12942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916430" algn="just">
              <a:lnSpc>
                <a:spcPct val="111400"/>
              </a:lnSpc>
              <a:spcBef>
                <a:spcPts val="105"/>
              </a:spcBef>
            </a:pPr>
            <a:r>
              <a:rPr sz="1600" b="1" dirty="0">
                <a:solidFill>
                  <a:srgbClr val="C00000"/>
                </a:solidFill>
                <a:latin typeface="Times New Roman"/>
                <a:cs typeface="Times New Roman"/>
              </a:rPr>
              <a:t>Under</a:t>
            </a:r>
            <a:r>
              <a:rPr sz="16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16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C00000"/>
                </a:solidFill>
                <a:latin typeface="Times New Roman"/>
                <a:cs typeface="Times New Roman"/>
              </a:rPr>
              <a:t>Guidance</a:t>
            </a:r>
            <a:r>
              <a:rPr sz="16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of </a:t>
            </a:r>
            <a:r>
              <a:rPr lang="en-IN" sz="1600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K.</a:t>
            </a:r>
            <a:r>
              <a:rPr lang="en-IN" sz="16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 err="1">
                <a:latin typeface="Times New Roman"/>
                <a:cs typeface="Times New Roman"/>
              </a:rPr>
              <a:t>Venkateswari</a:t>
            </a:r>
            <a:r>
              <a:rPr lang="en-IN" sz="1400" b="1" spc="25" dirty="0">
                <a:latin typeface="Times New Roman"/>
                <a:cs typeface="Times New Roman"/>
              </a:rPr>
              <a:t> </a:t>
            </a:r>
          </a:p>
          <a:p>
            <a:pPr marL="12700" marR="1916430" algn="just">
              <a:lnSpc>
                <a:spcPct val="111400"/>
              </a:lnSpc>
              <a:spcBef>
                <a:spcPts val="105"/>
              </a:spcBef>
            </a:pPr>
            <a:r>
              <a:rPr sz="1400" spc="-10" dirty="0">
                <a:latin typeface="Times New Roman"/>
                <a:cs typeface="Times New Roman"/>
              </a:rPr>
              <a:t>Professor,</a:t>
            </a:r>
            <a:endParaRPr sz="14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204"/>
              </a:spcBef>
            </a:pPr>
            <a:r>
              <a:rPr sz="1400" b="1" dirty="0">
                <a:latin typeface="Times New Roman"/>
                <a:cs typeface="Times New Roman"/>
              </a:rPr>
              <a:t>Department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Computer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Science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Engineering,</a:t>
            </a:r>
            <a:endParaRPr sz="14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90"/>
              </a:spcBef>
            </a:pPr>
            <a:r>
              <a:rPr sz="1400" dirty="0">
                <a:latin typeface="Times New Roman"/>
                <a:cs typeface="Times New Roman"/>
              </a:rPr>
              <a:t>KLH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CSE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Bowrampet</a:t>
            </a:r>
            <a:r>
              <a:rPr sz="1400" spc="-10" dirty="0">
                <a:latin typeface="Times New Roman"/>
                <a:cs typeface="Times New Roman"/>
              </a:rPr>
              <a:t> Campus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939" y="6423456"/>
            <a:ext cx="3562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767676"/>
                </a:solidFill>
                <a:latin typeface="Trebuchet MS"/>
                <a:cs typeface="Trebuchet MS"/>
              </a:rPr>
              <a:t>Date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46953" y="6423456"/>
            <a:ext cx="15005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767676"/>
                </a:solidFill>
                <a:latin typeface="Trebuchet MS"/>
                <a:cs typeface="Trebuchet MS"/>
              </a:rPr>
              <a:t>SOA</a:t>
            </a:r>
            <a:r>
              <a:rPr sz="1200" b="1" spc="-1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767676"/>
                </a:solidFill>
                <a:latin typeface="Trebuchet MS"/>
                <a:cs typeface="Trebuchet MS"/>
              </a:rPr>
              <a:t>Project</a:t>
            </a:r>
            <a:r>
              <a:rPr sz="1200" b="1" spc="-55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b="1" spc="-50" dirty="0">
                <a:solidFill>
                  <a:srgbClr val="767676"/>
                </a:solidFill>
                <a:latin typeface="Trebuchet MS"/>
                <a:cs typeface="Trebuchet MS"/>
              </a:rPr>
              <a:t>Review-1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168888" y="6423456"/>
            <a:ext cx="10731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767676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28650" y="759713"/>
            <a:ext cx="10934700" cy="1005205"/>
            <a:chOff x="628650" y="759713"/>
            <a:chExt cx="10934700" cy="1005205"/>
          </a:xfrm>
        </p:grpSpPr>
        <p:sp>
          <p:nvSpPr>
            <p:cNvPr id="13" name="object 13"/>
            <p:cNvSpPr/>
            <p:nvPr/>
          </p:nvSpPr>
          <p:spPr>
            <a:xfrm>
              <a:off x="638175" y="769238"/>
              <a:ext cx="10915650" cy="986155"/>
            </a:xfrm>
            <a:custGeom>
              <a:avLst/>
              <a:gdLst/>
              <a:ahLst/>
              <a:cxnLst/>
              <a:rect l="l" t="t" r="r" b="b"/>
              <a:pathLst>
                <a:path w="10915650" h="986155">
                  <a:moveTo>
                    <a:pt x="10751439" y="0"/>
                  </a:moveTo>
                  <a:lnTo>
                    <a:pt x="164274" y="0"/>
                  </a:lnTo>
                  <a:lnTo>
                    <a:pt x="120602" y="5867"/>
                  </a:lnTo>
                  <a:lnTo>
                    <a:pt x="81360" y="22427"/>
                  </a:lnTo>
                  <a:lnTo>
                    <a:pt x="48113" y="48117"/>
                  </a:lnTo>
                  <a:lnTo>
                    <a:pt x="22427" y="81374"/>
                  </a:lnTo>
                  <a:lnTo>
                    <a:pt x="5867" y="120635"/>
                  </a:lnTo>
                  <a:lnTo>
                    <a:pt x="0" y="164337"/>
                  </a:lnTo>
                  <a:lnTo>
                    <a:pt x="0" y="821436"/>
                  </a:lnTo>
                  <a:lnTo>
                    <a:pt x="5867" y="865085"/>
                  </a:lnTo>
                  <a:lnTo>
                    <a:pt x="22427" y="904310"/>
                  </a:lnTo>
                  <a:lnTo>
                    <a:pt x="48113" y="937545"/>
                  </a:lnTo>
                  <a:lnTo>
                    <a:pt x="81360" y="963224"/>
                  </a:lnTo>
                  <a:lnTo>
                    <a:pt x="120602" y="979780"/>
                  </a:lnTo>
                  <a:lnTo>
                    <a:pt x="164274" y="985647"/>
                  </a:lnTo>
                  <a:lnTo>
                    <a:pt x="10751439" y="985647"/>
                  </a:lnTo>
                  <a:lnTo>
                    <a:pt x="10795088" y="979780"/>
                  </a:lnTo>
                  <a:lnTo>
                    <a:pt x="10834313" y="963224"/>
                  </a:lnTo>
                  <a:lnTo>
                    <a:pt x="10867548" y="937545"/>
                  </a:lnTo>
                  <a:lnTo>
                    <a:pt x="10893227" y="904310"/>
                  </a:lnTo>
                  <a:lnTo>
                    <a:pt x="10909783" y="865085"/>
                  </a:lnTo>
                  <a:lnTo>
                    <a:pt x="10915650" y="821436"/>
                  </a:lnTo>
                  <a:lnTo>
                    <a:pt x="10915650" y="164337"/>
                  </a:lnTo>
                  <a:lnTo>
                    <a:pt x="10909783" y="120635"/>
                  </a:lnTo>
                  <a:lnTo>
                    <a:pt x="10893227" y="81374"/>
                  </a:lnTo>
                  <a:lnTo>
                    <a:pt x="10867548" y="48117"/>
                  </a:lnTo>
                  <a:lnTo>
                    <a:pt x="10834313" y="22427"/>
                  </a:lnTo>
                  <a:lnTo>
                    <a:pt x="10795088" y="5867"/>
                  </a:lnTo>
                  <a:lnTo>
                    <a:pt x="10751439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8175" y="769238"/>
              <a:ext cx="10915650" cy="986155"/>
            </a:xfrm>
            <a:custGeom>
              <a:avLst/>
              <a:gdLst/>
              <a:ahLst/>
              <a:cxnLst/>
              <a:rect l="l" t="t" r="r" b="b"/>
              <a:pathLst>
                <a:path w="10915650" h="986155">
                  <a:moveTo>
                    <a:pt x="0" y="164337"/>
                  </a:moveTo>
                  <a:lnTo>
                    <a:pt x="5867" y="120635"/>
                  </a:lnTo>
                  <a:lnTo>
                    <a:pt x="22427" y="81374"/>
                  </a:lnTo>
                  <a:lnTo>
                    <a:pt x="48113" y="48117"/>
                  </a:lnTo>
                  <a:lnTo>
                    <a:pt x="81360" y="22427"/>
                  </a:lnTo>
                  <a:lnTo>
                    <a:pt x="120602" y="5867"/>
                  </a:lnTo>
                  <a:lnTo>
                    <a:pt x="164274" y="0"/>
                  </a:lnTo>
                  <a:lnTo>
                    <a:pt x="10751439" y="0"/>
                  </a:lnTo>
                  <a:lnTo>
                    <a:pt x="10795088" y="5867"/>
                  </a:lnTo>
                  <a:lnTo>
                    <a:pt x="10834313" y="22427"/>
                  </a:lnTo>
                  <a:lnTo>
                    <a:pt x="10867548" y="48117"/>
                  </a:lnTo>
                  <a:lnTo>
                    <a:pt x="10893227" y="81374"/>
                  </a:lnTo>
                  <a:lnTo>
                    <a:pt x="10909783" y="120635"/>
                  </a:lnTo>
                  <a:lnTo>
                    <a:pt x="10915650" y="164337"/>
                  </a:lnTo>
                  <a:lnTo>
                    <a:pt x="10915650" y="821436"/>
                  </a:lnTo>
                  <a:lnTo>
                    <a:pt x="10909783" y="865085"/>
                  </a:lnTo>
                  <a:lnTo>
                    <a:pt x="10893227" y="904310"/>
                  </a:lnTo>
                  <a:lnTo>
                    <a:pt x="10867548" y="937545"/>
                  </a:lnTo>
                  <a:lnTo>
                    <a:pt x="10834313" y="963224"/>
                  </a:lnTo>
                  <a:lnTo>
                    <a:pt x="10795088" y="979780"/>
                  </a:lnTo>
                  <a:lnTo>
                    <a:pt x="10751439" y="985647"/>
                  </a:lnTo>
                  <a:lnTo>
                    <a:pt x="164274" y="985647"/>
                  </a:lnTo>
                  <a:lnTo>
                    <a:pt x="120602" y="979780"/>
                  </a:lnTo>
                  <a:lnTo>
                    <a:pt x="81360" y="963224"/>
                  </a:lnTo>
                  <a:lnTo>
                    <a:pt x="48113" y="937545"/>
                  </a:lnTo>
                  <a:lnTo>
                    <a:pt x="22427" y="904310"/>
                  </a:lnTo>
                  <a:lnTo>
                    <a:pt x="5867" y="865085"/>
                  </a:lnTo>
                  <a:lnTo>
                    <a:pt x="0" y="821436"/>
                  </a:lnTo>
                  <a:lnTo>
                    <a:pt x="0" y="164337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52587" y="68664"/>
            <a:ext cx="1424872" cy="480648"/>
          </a:xfrm>
          <a:prstGeom prst="rect">
            <a:avLst/>
          </a:prstGeom>
        </p:spPr>
      </p:pic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1302511" y="820039"/>
            <a:ext cx="95954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10" dirty="0">
                <a:latin typeface="Trebuchet MS"/>
                <a:cs typeface="Trebuchet MS"/>
              </a:rPr>
              <a:t>WhatsApp-</a:t>
            </a:r>
            <a:r>
              <a:rPr sz="3600" b="0" spc="-125" dirty="0">
                <a:latin typeface="Trebuchet MS"/>
                <a:cs typeface="Trebuchet MS"/>
              </a:rPr>
              <a:t>Integrated</a:t>
            </a:r>
            <a:r>
              <a:rPr sz="3600" b="0" spc="-260" dirty="0">
                <a:latin typeface="Trebuchet MS"/>
                <a:cs typeface="Trebuchet MS"/>
              </a:rPr>
              <a:t> </a:t>
            </a:r>
            <a:r>
              <a:rPr sz="3600" b="0" spc="-30" dirty="0">
                <a:latin typeface="Trebuchet MS"/>
                <a:cs typeface="Trebuchet MS"/>
              </a:rPr>
              <a:t>Smart</a:t>
            </a:r>
            <a:r>
              <a:rPr sz="3600" b="0" spc="-275" dirty="0">
                <a:latin typeface="Trebuchet MS"/>
                <a:cs typeface="Trebuchet MS"/>
              </a:rPr>
              <a:t> </a:t>
            </a:r>
            <a:r>
              <a:rPr sz="3600" b="0" spc="-260" dirty="0">
                <a:latin typeface="Trebuchet MS"/>
                <a:cs typeface="Trebuchet MS"/>
              </a:rPr>
              <a:t>Taxi</a:t>
            </a:r>
            <a:r>
              <a:rPr sz="3600" b="0" spc="-295" dirty="0">
                <a:latin typeface="Trebuchet MS"/>
                <a:cs typeface="Trebuchet MS"/>
              </a:rPr>
              <a:t> </a:t>
            </a:r>
            <a:r>
              <a:rPr sz="3600" b="0" spc="-20" dirty="0">
                <a:latin typeface="Trebuchet MS"/>
                <a:cs typeface="Trebuchet MS"/>
              </a:rPr>
              <a:t>Booking</a:t>
            </a:r>
            <a:r>
              <a:rPr sz="3600" b="0" spc="-285" dirty="0">
                <a:latin typeface="Trebuchet MS"/>
                <a:cs typeface="Trebuchet MS"/>
              </a:rPr>
              <a:t> </a:t>
            </a:r>
            <a:r>
              <a:rPr sz="3600" b="0" spc="-10" dirty="0">
                <a:latin typeface="Trebuchet MS"/>
                <a:cs typeface="Trebuchet MS"/>
              </a:rPr>
              <a:t>System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43502" y="2266569"/>
            <a:ext cx="39052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Times New Roman"/>
                <a:cs typeface="Times New Roman"/>
              </a:rPr>
              <a:t>SOA</a:t>
            </a:r>
            <a:r>
              <a:rPr sz="3200" b="1" spc="-20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Project</a:t>
            </a:r>
            <a:r>
              <a:rPr sz="3200" b="1" spc="-7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Review-</a:t>
            </a:r>
            <a:r>
              <a:rPr lang="en-IN" sz="3200" b="1" spc="-50" dirty="0">
                <a:latin typeface="Times New Roman"/>
                <a:cs typeface="Times New Roman"/>
              </a:rPr>
              <a:t>2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71935" y="6426504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981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4471C4"/>
                </a:solidFill>
                <a:latin typeface="Times New Roman"/>
                <a:cs typeface="Times New Roman"/>
              </a:rPr>
              <a:t>Outline</a:t>
            </a:r>
            <a:r>
              <a:rPr sz="3600" spc="-50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4471C4"/>
                </a:solidFill>
                <a:latin typeface="Times New Roman"/>
                <a:cs typeface="Times New Roman"/>
              </a:rPr>
              <a:t>of</a:t>
            </a:r>
            <a:r>
              <a:rPr sz="3600" spc="-50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4471C4"/>
                </a:solidFill>
                <a:latin typeface="Times New Roman"/>
                <a:cs typeface="Times New Roman"/>
              </a:rPr>
              <a:t>Project</a:t>
            </a:r>
            <a:r>
              <a:rPr sz="3600" spc="-114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600" spc="-20" dirty="0">
                <a:solidFill>
                  <a:srgbClr val="4471C4"/>
                </a:solidFill>
                <a:latin typeface="Times New Roman"/>
                <a:cs typeface="Times New Roman"/>
              </a:rPr>
              <a:t>Work</a:t>
            </a:r>
            <a:endParaRPr sz="36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737739" y="2969310"/>
            <a:ext cx="5544820" cy="2562225"/>
            <a:chOff x="2737739" y="2969310"/>
            <a:chExt cx="5544820" cy="2562225"/>
          </a:xfrm>
        </p:grpSpPr>
        <p:sp>
          <p:nvSpPr>
            <p:cNvPr id="5" name="object 5"/>
            <p:cNvSpPr/>
            <p:nvPr/>
          </p:nvSpPr>
          <p:spPr>
            <a:xfrm>
              <a:off x="2747264" y="2978835"/>
              <a:ext cx="4267835" cy="960755"/>
            </a:xfrm>
            <a:custGeom>
              <a:avLst/>
              <a:gdLst/>
              <a:ahLst/>
              <a:cxnLst/>
              <a:rect l="l" t="t" r="r" b="b"/>
              <a:pathLst>
                <a:path w="4267834" h="960754">
                  <a:moveTo>
                    <a:pt x="4267326" y="0"/>
                  </a:moveTo>
                  <a:lnTo>
                    <a:pt x="0" y="0"/>
                  </a:lnTo>
                  <a:lnTo>
                    <a:pt x="0" y="960323"/>
                  </a:lnTo>
                  <a:lnTo>
                    <a:pt x="4267326" y="960323"/>
                  </a:lnTo>
                  <a:lnTo>
                    <a:pt x="4267326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7264" y="2978835"/>
              <a:ext cx="4267835" cy="960755"/>
            </a:xfrm>
            <a:custGeom>
              <a:avLst/>
              <a:gdLst/>
              <a:ahLst/>
              <a:cxnLst/>
              <a:rect l="l" t="t" r="r" b="b"/>
              <a:pathLst>
                <a:path w="4267834" h="960754">
                  <a:moveTo>
                    <a:pt x="0" y="960323"/>
                  </a:moveTo>
                  <a:lnTo>
                    <a:pt x="4267326" y="960323"/>
                  </a:lnTo>
                  <a:lnTo>
                    <a:pt x="4267326" y="0"/>
                  </a:lnTo>
                  <a:lnTo>
                    <a:pt x="0" y="0"/>
                  </a:lnTo>
                  <a:lnTo>
                    <a:pt x="0" y="960323"/>
                  </a:lnTo>
                  <a:close/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94660" y="3474783"/>
              <a:ext cx="4375150" cy="873760"/>
            </a:xfrm>
            <a:custGeom>
              <a:avLst/>
              <a:gdLst/>
              <a:ahLst/>
              <a:cxnLst/>
              <a:rect l="l" t="t" r="r" b="b"/>
              <a:pathLst>
                <a:path w="4375150" h="873760">
                  <a:moveTo>
                    <a:pt x="4374642" y="0"/>
                  </a:moveTo>
                  <a:lnTo>
                    <a:pt x="0" y="0"/>
                  </a:lnTo>
                  <a:lnTo>
                    <a:pt x="0" y="873569"/>
                  </a:lnTo>
                  <a:lnTo>
                    <a:pt x="4374642" y="873569"/>
                  </a:lnTo>
                  <a:lnTo>
                    <a:pt x="437464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94660" y="3474783"/>
              <a:ext cx="4375150" cy="873760"/>
            </a:xfrm>
            <a:custGeom>
              <a:avLst/>
              <a:gdLst/>
              <a:ahLst/>
              <a:cxnLst/>
              <a:rect l="l" t="t" r="r" b="b"/>
              <a:pathLst>
                <a:path w="4375150" h="873760">
                  <a:moveTo>
                    <a:pt x="0" y="873569"/>
                  </a:moveTo>
                  <a:lnTo>
                    <a:pt x="4374642" y="873569"/>
                  </a:lnTo>
                  <a:lnTo>
                    <a:pt x="4374642" y="0"/>
                  </a:lnTo>
                  <a:lnTo>
                    <a:pt x="0" y="0"/>
                  </a:lnTo>
                  <a:lnTo>
                    <a:pt x="0" y="873569"/>
                  </a:lnTo>
                  <a:close/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11703" y="4054297"/>
              <a:ext cx="4530090" cy="937894"/>
            </a:xfrm>
            <a:custGeom>
              <a:avLst/>
              <a:gdLst/>
              <a:ahLst/>
              <a:cxnLst/>
              <a:rect l="l" t="t" r="r" b="b"/>
              <a:pathLst>
                <a:path w="4530090" h="937895">
                  <a:moveTo>
                    <a:pt x="4529582" y="0"/>
                  </a:moveTo>
                  <a:lnTo>
                    <a:pt x="0" y="0"/>
                  </a:lnTo>
                  <a:lnTo>
                    <a:pt x="0" y="937691"/>
                  </a:lnTo>
                  <a:lnTo>
                    <a:pt x="4529582" y="937691"/>
                  </a:lnTo>
                  <a:lnTo>
                    <a:pt x="452958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11703" y="4054297"/>
              <a:ext cx="4530090" cy="937894"/>
            </a:xfrm>
            <a:custGeom>
              <a:avLst/>
              <a:gdLst/>
              <a:ahLst/>
              <a:cxnLst/>
              <a:rect l="l" t="t" r="r" b="b"/>
              <a:pathLst>
                <a:path w="4530090" h="937895">
                  <a:moveTo>
                    <a:pt x="0" y="937691"/>
                  </a:moveTo>
                  <a:lnTo>
                    <a:pt x="4529582" y="937691"/>
                  </a:lnTo>
                  <a:lnTo>
                    <a:pt x="4529582" y="0"/>
                  </a:lnTo>
                  <a:lnTo>
                    <a:pt x="0" y="0"/>
                  </a:lnTo>
                  <a:lnTo>
                    <a:pt x="0" y="937691"/>
                  </a:lnTo>
                  <a:close/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97834" y="4601717"/>
              <a:ext cx="4775200" cy="920115"/>
            </a:xfrm>
            <a:custGeom>
              <a:avLst/>
              <a:gdLst/>
              <a:ahLst/>
              <a:cxnLst/>
              <a:rect l="l" t="t" r="r" b="b"/>
              <a:pathLst>
                <a:path w="4775200" h="920114">
                  <a:moveTo>
                    <a:pt x="4774692" y="0"/>
                  </a:moveTo>
                  <a:lnTo>
                    <a:pt x="0" y="0"/>
                  </a:lnTo>
                  <a:lnTo>
                    <a:pt x="0" y="919733"/>
                  </a:lnTo>
                  <a:lnTo>
                    <a:pt x="4774692" y="919733"/>
                  </a:lnTo>
                  <a:lnTo>
                    <a:pt x="477469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97834" y="4601717"/>
              <a:ext cx="4775200" cy="920115"/>
            </a:xfrm>
            <a:custGeom>
              <a:avLst/>
              <a:gdLst/>
              <a:ahLst/>
              <a:cxnLst/>
              <a:rect l="l" t="t" r="r" b="b"/>
              <a:pathLst>
                <a:path w="4775200" h="920114">
                  <a:moveTo>
                    <a:pt x="0" y="919733"/>
                  </a:moveTo>
                  <a:lnTo>
                    <a:pt x="4774692" y="919733"/>
                  </a:lnTo>
                  <a:lnTo>
                    <a:pt x="4774692" y="0"/>
                  </a:lnTo>
                  <a:lnTo>
                    <a:pt x="0" y="0"/>
                  </a:lnTo>
                  <a:lnTo>
                    <a:pt x="0" y="919733"/>
                  </a:lnTo>
                  <a:close/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894328" y="5204358"/>
            <a:ext cx="4892040" cy="612775"/>
          </a:xfrm>
          <a:prstGeom prst="rect">
            <a:avLst/>
          </a:prstGeom>
          <a:solidFill>
            <a:srgbClr val="404040"/>
          </a:solidFill>
          <a:ln w="19050">
            <a:solidFill>
              <a:srgbClr val="FFC000"/>
            </a:solidFill>
          </a:ln>
        </p:spPr>
        <p:txBody>
          <a:bodyPr vert="horz" wrap="square" lIns="0" tIns="127000" rIns="0" bIns="0" rtlCol="0">
            <a:spAutoFit/>
          </a:bodyPr>
          <a:lstStyle/>
          <a:p>
            <a:pPr marL="522605" indent="-342900">
              <a:lnSpc>
                <a:spcPct val="100000"/>
              </a:lnSpc>
              <a:spcBef>
                <a:spcPts val="1000"/>
              </a:spcBef>
              <a:buSzPct val="138888"/>
              <a:buFont typeface="Arial MT"/>
              <a:buChar char="•"/>
              <a:tabLst>
                <a:tab pos="522605" algn="l"/>
              </a:tabLst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Publications</a:t>
            </a:r>
            <a:r>
              <a:rPr sz="18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Details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425765" y="4760671"/>
            <a:ext cx="263525" cy="467359"/>
          </a:xfrm>
          <a:custGeom>
            <a:avLst/>
            <a:gdLst/>
            <a:ahLst/>
            <a:cxnLst/>
            <a:rect l="l" t="t" r="r" b="b"/>
            <a:pathLst>
              <a:path w="263525" h="467360">
                <a:moveTo>
                  <a:pt x="252383" y="430316"/>
                </a:moveTo>
                <a:lnTo>
                  <a:pt x="254230" y="430217"/>
                </a:lnTo>
                <a:lnTo>
                  <a:pt x="258108" y="432552"/>
                </a:lnTo>
                <a:lnTo>
                  <a:pt x="260430" y="432428"/>
                </a:lnTo>
                <a:lnTo>
                  <a:pt x="263218" y="434822"/>
                </a:lnTo>
                <a:lnTo>
                  <a:pt x="262833" y="437386"/>
                </a:lnTo>
                <a:lnTo>
                  <a:pt x="262502" y="437404"/>
                </a:lnTo>
                <a:lnTo>
                  <a:pt x="252820" y="445554"/>
                </a:lnTo>
                <a:lnTo>
                  <a:pt x="248598" y="448324"/>
                </a:lnTo>
                <a:lnTo>
                  <a:pt x="244038" y="451113"/>
                </a:lnTo>
                <a:lnTo>
                  <a:pt x="238484" y="451411"/>
                </a:lnTo>
                <a:lnTo>
                  <a:pt x="231477" y="454330"/>
                </a:lnTo>
                <a:lnTo>
                  <a:pt x="222147" y="457374"/>
                </a:lnTo>
                <a:lnTo>
                  <a:pt x="217830" y="460150"/>
                </a:lnTo>
                <a:lnTo>
                  <a:pt x="210103" y="463108"/>
                </a:lnTo>
                <a:lnTo>
                  <a:pt x="199817" y="466203"/>
                </a:lnTo>
                <a:lnTo>
                  <a:pt x="192238" y="466610"/>
                </a:lnTo>
                <a:lnTo>
                  <a:pt x="190444" y="464162"/>
                </a:lnTo>
                <a:lnTo>
                  <a:pt x="190687" y="461606"/>
                </a:lnTo>
                <a:lnTo>
                  <a:pt x="191113" y="461583"/>
                </a:lnTo>
                <a:lnTo>
                  <a:pt x="189935" y="459102"/>
                </a:lnTo>
                <a:lnTo>
                  <a:pt x="187762" y="456675"/>
                </a:lnTo>
                <a:lnTo>
                  <a:pt x="186157" y="454218"/>
                </a:lnTo>
                <a:lnTo>
                  <a:pt x="184132" y="449239"/>
                </a:lnTo>
                <a:lnTo>
                  <a:pt x="182960" y="444215"/>
                </a:lnTo>
                <a:lnTo>
                  <a:pt x="180746" y="439246"/>
                </a:lnTo>
                <a:lnTo>
                  <a:pt x="239675" y="436085"/>
                </a:lnTo>
                <a:lnTo>
                  <a:pt x="245413" y="433233"/>
                </a:lnTo>
                <a:lnTo>
                  <a:pt x="252383" y="430316"/>
                </a:lnTo>
                <a:close/>
              </a:path>
              <a:path w="263525" h="467360">
                <a:moveTo>
                  <a:pt x="35468" y="464845"/>
                </a:moveTo>
                <a:lnTo>
                  <a:pt x="66824" y="463163"/>
                </a:lnTo>
                <a:lnTo>
                  <a:pt x="63833" y="465867"/>
                </a:lnTo>
                <a:lnTo>
                  <a:pt x="45409" y="466856"/>
                </a:lnTo>
                <a:lnTo>
                  <a:pt x="35468" y="464845"/>
                </a:lnTo>
                <a:close/>
              </a:path>
              <a:path w="263525" h="467360">
                <a:moveTo>
                  <a:pt x="60716" y="332493"/>
                </a:moveTo>
                <a:lnTo>
                  <a:pt x="106761" y="330023"/>
                </a:lnTo>
                <a:lnTo>
                  <a:pt x="105523" y="332633"/>
                </a:lnTo>
                <a:lnTo>
                  <a:pt x="104617" y="335225"/>
                </a:lnTo>
                <a:lnTo>
                  <a:pt x="103664" y="337820"/>
                </a:lnTo>
                <a:lnTo>
                  <a:pt x="103379" y="337835"/>
                </a:lnTo>
                <a:lnTo>
                  <a:pt x="102710" y="340415"/>
                </a:lnTo>
                <a:lnTo>
                  <a:pt x="101635" y="344288"/>
                </a:lnTo>
                <a:lnTo>
                  <a:pt x="98929" y="346976"/>
                </a:lnTo>
                <a:lnTo>
                  <a:pt x="95269" y="352260"/>
                </a:lnTo>
                <a:lnTo>
                  <a:pt x="90100" y="355081"/>
                </a:lnTo>
                <a:lnTo>
                  <a:pt x="81624" y="363167"/>
                </a:lnTo>
                <a:lnTo>
                  <a:pt x="74058" y="371204"/>
                </a:lnTo>
                <a:lnTo>
                  <a:pt x="66324" y="379249"/>
                </a:lnTo>
                <a:lnTo>
                  <a:pt x="60394" y="388470"/>
                </a:lnTo>
                <a:lnTo>
                  <a:pt x="54691" y="396407"/>
                </a:lnTo>
                <a:lnTo>
                  <a:pt x="52932" y="399045"/>
                </a:lnTo>
                <a:lnTo>
                  <a:pt x="51985" y="399096"/>
                </a:lnTo>
                <a:lnTo>
                  <a:pt x="50795" y="401704"/>
                </a:lnTo>
                <a:lnTo>
                  <a:pt x="50179" y="401737"/>
                </a:lnTo>
                <a:lnTo>
                  <a:pt x="49131" y="404336"/>
                </a:lnTo>
                <a:lnTo>
                  <a:pt x="49930" y="406837"/>
                </a:lnTo>
                <a:lnTo>
                  <a:pt x="51197" y="411857"/>
                </a:lnTo>
                <a:lnTo>
                  <a:pt x="50563" y="419522"/>
                </a:lnTo>
                <a:lnTo>
                  <a:pt x="48608" y="424714"/>
                </a:lnTo>
                <a:lnTo>
                  <a:pt x="46891" y="429893"/>
                </a:lnTo>
                <a:lnTo>
                  <a:pt x="45357" y="433791"/>
                </a:lnTo>
                <a:lnTo>
                  <a:pt x="45493" y="436327"/>
                </a:lnTo>
                <a:lnTo>
                  <a:pt x="49487" y="443744"/>
                </a:lnTo>
                <a:lnTo>
                  <a:pt x="51139" y="446199"/>
                </a:lnTo>
                <a:lnTo>
                  <a:pt x="52743" y="448657"/>
                </a:lnTo>
                <a:lnTo>
                  <a:pt x="56101" y="451020"/>
                </a:lnTo>
                <a:lnTo>
                  <a:pt x="61732" y="453262"/>
                </a:lnTo>
                <a:lnTo>
                  <a:pt x="65569" y="453056"/>
                </a:lnTo>
                <a:lnTo>
                  <a:pt x="66273" y="455562"/>
                </a:lnTo>
                <a:lnTo>
                  <a:pt x="67363" y="455503"/>
                </a:lnTo>
                <a:lnTo>
                  <a:pt x="67878" y="458019"/>
                </a:lnTo>
                <a:lnTo>
                  <a:pt x="68494" y="457986"/>
                </a:lnTo>
                <a:lnTo>
                  <a:pt x="68535" y="460528"/>
                </a:lnTo>
                <a:lnTo>
                  <a:pt x="68529" y="463072"/>
                </a:lnTo>
                <a:lnTo>
                  <a:pt x="29100" y="465187"/>
                </a:lnTo>
                <a:lnTo>
                  <a:pt x="23892" y="460379"/>
                </a:lnTo>
                <a:lnTo>
                  <a:pt x="18112" y="455602"/>
                </a:lnTo>
                <a:lnTo>
                  <a:pt x="15146" y="450674"/>
                </a:lnTo>
                <a:lnTo>
                  <a:pt x="10462" y="445838"/>
                </a:lnTo>
                <a:lnTo>
                  <a:pt x="7721" y="443441"/>
                </a:lnTo>
                <a:lnTo>
                  <a:pt x="1912" y="438665"/>
                </a:lnTo>
                <a:lnTo>
                  <a:pt x="0" y="436224"/>
                </a:lnTo>
                <a:lnTo>
                  <a:pt x="565" y="432378"/>
                </a:lnTo>
                <a:lnTo>
                  <a:pt x="861" y="432362"/>
                </a:lnTo>
                <a:lnTo>
                  <a:pt x="1288" y="429796"/>
                </a:lnTo>
                <a:lnTo>
                  <a:pt x="2265" y="429744"/>
                </a:lnTo>
                <a:lnTo>
                  <a:pt x="2750" y="427174"/>
                </a:lnTo>
                <a:lnTo>
                  <a:pt x="3372" y="427140"/>
                </a:lnTo>
                <a:lnTo>
                  <a:pt x="4420" y="424541"/>
                </a:lnTo>
                <a:lnTo>
                  <a:pt x="5409" y="421944"/>
                </a:lnTo>
                <a:lnTo>
                  <a:pt x="6458" y="419344"/>
                </a:lnTo>
                <a:lnTo>
                  <a:pt x="8216" y="416706"/>
                </a:lnTo>
                <a:lnTo>
                  <a:pt x="9460" y="416639"/>
                </a:lnTo>
                <a:lnTo>
                  <a:pt x="10508" y="414039"/>
                </a:lnTo>
                <a:lnTo>
                  <a:pt x="11704" y="411432"/>
                </a:lnTo>
                <a:lnTo>
                  <a:pt x="12178" y="411406"/>
                </a:lnTo>
                <a:lnTo>
                  <a:pt x="15894" y="401032"/>
                </a:lnTo>
                <a:lnTo>
                  <a:pt x="19527" y="393206"/>
                </a:lnTo>
                <a:lnTo>
                  <a:pt x="23419" y="384095"/>
                </a:lnTo>
                <a:lnTo>
                  <a:pt x="28389" y="378741"/>
                </a:lnTo>
                <a:lnTo>
                  <a:pt x="31522" y="373485"/>
                </a:lnTo>
                <a:lnTo>
                  <a:pt x="34169" y="370800"/>
                </a:lnTo>
                <a:lnTo>
                  <a:pt x="35051" y="365665"/>
                </a:lnTo>
                <a:lnTo>
                  <a:pt x="36793" y="360484"/>
                </a:lnTo>
                <a:lnTo>
                  <a:pt x="39955" y="355228"/>
                </a:lnTo>
                <a:lnTo>
                  <a:pt x="47058" y="349759"/>
                </a:lnTo>
                <a:lnTo>
                  <a:pt x="52219" y="340580"/>
                </a:lnTo>
                <a:lnTo>
                  <a:pt x="55209" y="337875"/>
                </a:lnTo>
                <a:lnTo>
                  <a:pt x="58247" y="335169"/>
                </a:lnTo>
                <a:lnTo>
                  <a:pt x="60236" y="335062"/>
                </a:lnTo>
                <a:lnTo>
                  <a:pt x="60716" y="332493"/>
                </a:lnTo>
                <a:close/>
              </a:path>
              <a:path w="263525" h="467360">
                <a:moveTo>
                  <a:pt x="47777" y="236528"/>
                </a:moveTo>
                <a:lnTo>
                  <a:pt x="149388" y="231077"/>
                </a:lnTo>
                <a:lnTo>
                  <a:pt x="150092" y="233583"/>
                </a:lnTo>
                <a:lnTo>
                  <a:pt x="150897" y="233540"/>
                </a:lnTo>
                <a:lnTo>
                  <a:pt x="151791" y="236035"/>
                </a:lnTo>
                <a:lnTo>
                  <a:pt x="151981" y="236025"/>
                </a:lnTo>
                <a:lnTo>
                  <a:pt x="152070" y="238564"/>
                </a:lnTo>
                <a:lnTo>
                  <a:pt x="153343" y="241039"/>
                </a:lnTo>
                <a:lnTo>
                  <a:pt x="155658" y="243459"/>
                </a:lnTo>
                <a:lnTo>
                  <a:pt x="159073" y="248363"/>
                </a:lnTo>
                <a:lnTo>
                  <a:pt x="162227" y="257097"/>
                </a:lnTo>
                <a:lnTo>
                  <a:pt x="165132" y="262028"/>
                </a:lnTo>
                <a:lnTo>
                  <a:pt x="168550" y="269476"/>
                </a:lnTo>
                <a:lnTo>
                  <a:pt x="172757" y="281968"/>
                </a:lnTo>
                <a:lnTo>
                  <a:pt x="175542" y="289450"/>
                </a:lnTo>
                <a:lnTo>
                  <a:pt x="177409" y="298252"/>
                </a:lnTo>
                <a:lnTo>
                  <a:pt x="178387" y="305831"/>
                </a:lnTo>
                <a:lnTo>
                  <a:pt x="178594" y="308363"/>
                </a:lnTo>
                <a:lnTo>
                  <a:pt x="178801" y="310896"/>
                </a:lnTo>
                <a:lnTo>
                  <a:pt x="180642" y="313341"/>
                </a:lnTo>
                <a:lnTo>
                  <a:pt x="182010" y="315811"/>
                </a:lnTo>
                <a:lnTo>
                  <a:pt x="182809" y="318312"/>
                </a:lnTo>
                <a:lnTo>
                  <a:pt x="183230" y="320833"/>
                </a:lnTo>
                <a:lnTo>
                  <a:pt x="184354" y="325860"/>
                </a:lnTo>
                <a:lnTo>
                  <a:pt x="185189" y="333446"/>
                </a:lnTo>
                <a:lnTo>
                  <a:pt x="185150" y="339807"/>
                </a:lnTo>
                <a:lnTo>
                  <a:pt x="184907" y="342364"/>
                </a:lnTo>
                <a:lnTo>
                  <a:pt x="186553" y="347363"/>
                </a:lnTo>
                <a:lnTo>
                  <a:pt x="187311" y="347322"/>
                </a:lnTo>
                <a:lnTo>
                  <a:pt x="188205" y="349818"/>
                </a:lnTo>
                <a:lnTo>
                  <a:pt x="188720" y="352334"/>
                </a:lnTo>
                <a:lnTo>
                  <a:pt x="189377" y="354843"/>
                </a:lnTo>
                <a:lnTo>
                  <a:pt x="189851" y="354817"/>
                </a:lnTo>
                <a:lnTo>
                  <a:pt x="190461" y="357328"/>
                </a:lnTo>
                <a:lnTo>
                  <a:pt x="191029" y="357298"/>
                </a:lnTo>
                <a:lnTo>
                  <a:pt x="191449" y="359819"/>
                </a:lnTo>
                <a:lnTo>
                  <a:pt x="191822" y="362342"/>
                </a:lnTo>
                <a:lnTo>
                  <a:pt x="193320" y="369893"/>
                </a:lnTo>
                <a:lnTo>
                  <a:pt x="194634" y="374910"/>
                </a:lnTo>
                <a:lnTo>
                  <a:pt x="196200" y="383729"/>
                </a:lnTo>
                <a:lnTo>
                  <a:pt x="197603" y="391284"/>
                </a:lnTo>
                <a:lnTo>
                  <a:pt x="197881" y="393813"/>
                </a:lnTo>
                <a:lnTo>
                  <a:pt x="198302" y="396334"/>
                </a:lnTo>
                <a:lnTo>
                  <a:pt x="198444" y="396326"/>
                </a:lnTo>
                <a:lnTo>
                  <a:pt x="200190" y="398776"/>
                </a:lnTo>
                <a:lnTo>
                  <a:pt x="202032" y="401221"/>
                </a:lnTo>
                <a:lnTo>
                  <a:pt x="202671" y="411362"/>
                </a:lnTo>
                <a:lnTo>
                  <a:pt x="203145" y="411336"/>
                </a:lnTo>
                <a:lnTo>
                  <a:pt x="207112" y="416211"/>
                </a:lnTo>
                <a:lnTo>
                  <a:pt x="208249" y="416150"/>
                </a:lnTo>
                <a:lnTo>
                  <a:pt x="209853" y="418607"/>
                </a:lnTo>
                <a:lnTo>
                  <a:pt x="211884" y="421042"/>
                </a:lnTo>
                <a:lnTo>
                  <a:pt x="212183" y="424841"/>
                </a:lnTo>
                <a:lnTo>
                  <a:pt x="212035" y="427393"/>
                </a:lnTo>
                <a:lnTo>
                  <a:pt x="211934" y="429942"/>
                </a:lnTo>
                <a:lnTo>
                  <a:pt x="212739" y="429899"/>
                </a:lnTo>
                <a:lnTo>
                  <a:pt x="214391" y="432354"/>
                </a:lnTo>
                <a:lnTo>
                  <a:pt x="224286" y="434367"/>
                </a:lnTo>
                <a:lnTo>
                  <a:pt x="227832" y="436720"/>
                </a:lnTo>
                <a:lnTo>
                  <a:pt x="180746" y="439246"/>
                </a:lnTo>
                <a:lnTo>
                  <a:pt x="179141" y="436789"/>
                </a:lnTo>
                <a:lnTo>
                  <a:pt x="177448" y="431792"/>
                </a:lnTo>
                <a:lnTo>
                  <a:pt x="175281" y="426821"/>
                </a:lnTo>
                <a:lnTo>
                  <a:pt x="174224" y="423062"/>
                </a:lnTo>
                <a:lnTo>
                  <a:pt x="173147" y="418033"/>
                </a:lnTo>
                <a:lnTo>
                  <a:pt x="171779" y="415562"/>
                </a:lnTo>
                <a:lnTo>
                  <a:pt x="171116" y="415598"/>
                </a:lnTo>
                <a:lnTo>
                  <a:pt x="170316" y="413097"/>
                </a:lnTo>
                <a:lnTo>
                  <a:pt x="169044" y="410622"/>
                </a:lnTo>
                <a:lnTo>
                  <a:pt x="167486" y="408162"/>
                </a:lnTo>
                <a:lnTo>
                  <a:pt x="165888" y="403160"/>
                </a:lnTo>
                <a:lnTo>
                  <a:pt x="164988" y="403209"/>
                </a:lnTo>
                <a:lnTo>
                  <a:pt x="163999" y="400718"/>
                </a:lnTo>
                <a:lnTo>
                  <a:pt x="162631" y="398248"/>
                </a:lnTo>
                <a:lnTo>
                  <a:pt x="161832" y="395747"/>
                </a:lnTo>
                <a:lnTo>
                  <a:pt x="160376" y="390738"/>
                </a:lnTo>
                <a:lnTo>
                  <a:pt x="158114" y="385772"/>
                </a:lnTo>
                <a:lnTo>
                  <a:pt x="154701" y="377052"/>
                </a:lnTo>
                <a:lnTo>
                  <a:pt x="145882" y="338098"/>
                </a:lnTo>
                <a:lnTo>
                  <a:pt x="145634" y="335568"/>
                </a:lnTo>
                <a:lnTo>
                  <a:pt x="145445" y="335578"/>
                </a:lnTo>
                <a:lnTo>
                  <a:pt x="144456" y="333088"/>
                </a:lnTo>
                <a:lnTo>
                  <a:pt x="143509" y="333139"/>
                </a:lnTo>
                <a:lnTo>
                  <a:pt x="143372" y="330602"/>
                </a:lnTo>
                <a:lnTo>
                  <a:pt x="142851" y="330630"/>
                </a:lnTo>
                <a:lnTo>
                  <a:pt x="141484" y="328160"/>
                </a:lnTo>
                <a:lnTo>
                  <a:pt x="140732" y="325657"/>
                </a:lnTo>
                <a:lnTo>
                  <a:pt x="140353" y="325677"/>
                </a:lnTo>
                <a:lnTo>
                  <a:pt x="139459" y="323181"/>
                </a:lnTo>
                <a:lnTo>
                  <a:pt x="138517" y="320688"/>
                </a:lnTo>
                <a:lnTo>
                  <a:pt x="137008" y="318225"/>
                </a:lnTo>
                <a:lnTo>
                  <a:pt x="135545" y="315760"/>
                </a:lnTo>
                <a:lnTo>
                  <a:pt x="124822" y="303617"/>
                </a:lnTo>
                <a:lnTo>
                  <a:pt x="123117" y="303709"/>
                </a:lnTo>
                <a:lnTo>
                  <a:pt x="119623" y="298809"/>
                </a:lnTo>
                <a:lnTo>
                  <a:pt x="117010" y="292590"/>
                </a:lnTo>
                <a:lnTo>
                  <a:pt x="112572" y="289012"/>
                </a:lnTo>
                <a:lnTo>
                  <a:pt x="112569" y="287741"/>
                </a:lnTo>
                <a:lnTo>
                  <a:pt x="57008" y="290721"/>
                </a:lnTo>
                <a:lnTo>
                  <a:pt x="55968" y="267884"/>
                </a:lnTo>
                <a:lnTo>
                  <a:pt x="55879" y="265345"/>
                </a:lnTo>
                <a:lnTo>
                  <a:pt x="54991" y="260306"/>
                </a:lnTo>
                <a:lnTo>
                  <a:pt x="53664" y="260377"/>
                </a:lnTo>
                <a:lnTo>
                  <a:pt x="50340" y="254196"/>
                </a:lnTo>
                <a:lnTo>
                  <a:pt x="48268" y="249220"/>
                </a:lnTo>
                <a:lnTo>
                  <a:pt x="47723" y="239075"/>
                </a:lnTo>
                <a:lnTo>
                  <a:pt x="47777" y="236528"/>
                </a:lnTo>
                <a:close/>
              </a:path>
              <a:path w="263525" h="467360">
                <a:moveTo>
                  <a:pt x="57008" y="290721"/>
                </a:moveTo>
                <a:lnTo>
                  <a:pt x="112048" y="287769"/>
                </a:lnTo>
                <a:lnTo>
                  <a:pt x="112572" y="289012"/>
                </a:lnTo>
                <a:lnTo>
                  <a:pt x="111982" y="295403"/>
                </a:lnTo>
                <a:lnTo>
                  <a:pt x="111653" y="304324"/>
                </a:lnTo>
                <a:lnTo>
                  <a:pt x="110255" y="314573"/>
                </a:lnTo>
                <a:lnTo>
                  <a:pt x="108816" y="322281"/>
                </a:lnTo>
                <a:lnTo>
                  <a:pt x="108099" y="324863"/>
                </a:lnTo>
                <a:lnTo>
                  <a:pt x="107856" y="327420"/>
                </a:lnTo>
                <a:lnTo>
                  <a:pt x="107519" y="329982"/>
                </a:lnTo>
                <a:lnTo>
                  <a:pt x="61758" y="332437"/>
                </a:lnTo>
                <a:lnTo>
                  <a:pt x="62191" y="329870"/>
                </a:lnTo>
                <a:lnTo>
                  <a:pt x="64228" y="329761"/>
                </a:lnTo>
                <a:lnTo>
                  <a:pt x="64897" y="327181"/>
                </a:lnTo>
                <a:lnTo>
                  <a:pt x="64489" y="319572"/>
                </a:lnTo>
                <a:lnTo>
                  <a:pt x="63506" y="314537"/>
                </a:lnTo>
                <a:lnTo>
                  <a:pt x="59320" y="302044"/>
                </a:lnTo>
                <a:lnTo>
                  <a:pt x="58012" y="298298"/>
                </a:lnTo>
                <a:lnTo>
                  <a:pt x="57186" y="293255"/>
                </a:lnTo>
                <a:lnTo>
                  <a:pt x="57008" y="290721"/>
                </a:lnTo>
                <a:close/>
              </a:path>
              <a:path w="263525" h="467360">
                <a:moveTo>
                  <a:pt x="112048" y="287769"/>
                </a:moveTo>
                <a:lnTo>
                  <a:pt x="112569" y="287741"/>
                </a:lnTo>
                <a:lnTo>
                  <a:pt x="112572" y="289012"/>
                </a:lnTo>
                <a:lnTo>
                  <a:pt x="112048" y="287769"/>
                </a:lnTo>
                <a:close/>
              </a:path>
              <a:path w="263525" h="467360">
                <a:moveTo>
                  <a:pt x="50460" y="223666"/>
                </a:moveTo>
                <a:lnTo>
                  <a:pt x="149891" y="218332"/>
                </a:lnTo>
                <a:lnTo>
                  <a:pt x="150454" y="220845"/>
                </a:lnTo>
                <a:lnTo>
                  <a:pt x="138943" y="221463"/>
                </a:lnTo>
                <a:lnTo>
                  <a:pt x="142347" y="223824"/>
                </a:lnTo>
                <a:lnTo>
                  <a:pt x="147451" y="228637"/>
                </a:lnTo>
                <a:lnTo>
                  <a:pt x="148677" y="231115"/>
                </a:lnTo>
                <a:lnTo>
                  <a:pt x="48251" y="236503"/>
                </a:lnTo>
                <a:lnTo>
                  <a:pt x="48778" y="233931"/>
                </a:lnTo>
                <a:lnTo>
                  <a:pt x="49163" y="231366"/>
                </a:lnTo>
                <a:lnTo>
                  <a:pt x="49595" y="228800"/>
                </a:lnTo>
                <a:lnTo>
                  <a:pt x="50122" y="226228"/>
                </a:lnTo>
                <a:lnTo>
                  <a:pt x="50460" y="223666"/>
                </a:lnTo>
                <a:close/>
              </a:path>
              <a:path w="263525" h="467360">
                <a:moveTo>
                  <a:pt x="75083" y="67182"/>
                </a:moveTo>
                <a:lnTo>
                  <a:pt x="122075" y="64661"/>
                </a:lnTo>
                <a:lnTo>
                  <a:pt x="121311" y="67246"/>
                </a:lnTo>
                <a:lnTo>
                  <a:pt x="117853" y="67431"/>
                </a:lnTo>
                <a:lnTo>
                  <a:pt x="117989" y="69968"/>
                </a:lnTo>
                <a:lnTo>
                  <a:pt x="118557" y="69937"/>
                </a:lnTo>
                <a:lnTo>
                  <a:pt x="119356" y="72438"/>
                </a:lnTo>
                <a:lnTo>
                  <a:pt x="120108" y="74941"/>
                </a:lnTo>
                <a:lnTo>
                  <a:pt x="121002" y="77437"/>
                </a:lnTo>
                <a:lnTo>
                  <a:pt x="121239" y="77424"/>
                </a:lnTo>
                <a:lnTo>
                  <a:pt x="121680" y="81216"/>
                </a:lnTo>
                <a:lnTo>
                  <a:pt x="122485" y="81173"/>
                </a:lnTo>
                <a:lnTo>
                  <a:pt x="122953" y="83692"/>
                </a:lnTo>
                <a:lnTo>
                  <a:pt x="123190" y="83679"/>
                </a:lnTo>
                <a:lnTo>
                  <a:pt x="124321" y="86162"/>
                </a:lnTo>
                <a:lnTo>
                  <a:pt x="125357" y="88650"/>
                </a:lnTo>
                <a:lnTo>
                  <a:pt x="126677" y="91123"/>
                </a:lnTo>
                <a:lnTo>
                  <a:pt x="127861" y="91059"/>
                </a:lnTo>
                <a:lnTo>
                  <a:pt x="129798" y="93499"/>
                </a:lnTo>
                <a:lnTo>
                  <a:pt x="132776" y="95883"/>
                </a:lnTo>
                <a:lnTo>
                  <a:pt x="135938" y="100801"/>
                </a:lnTo>
                <a:lnTo>
                  <a:pt x="140846" y="108168"/>
                </a:lnTo>
                <a:lnTo>
                  <a:pt x="148190" y="137026"/>
                </a:lnTo>
                <a:lnTo>
                  <a:pt x="147142" y="139626"/>
                </a:lnTo>
                <a:lnTo>
                  <a:pt x="146473" y="142206"/>
                </a:lnTo>
                <a:lnTo>
                  <a:pt x="146028" y="149860"/>
                </a:lnTo>
                <a:lnTo>
                  <a:pt x="146300" y="154933"/>
                </a:lnTo>
                <a:lnTo>
                  <a:pt x="146146" y="160029"/>
                </a:lnTo>
                <a:lnTo>
                  <a:pt x="145809" y="162590"/>
                </a:lnTo>
                <a:lnTo>
                  <a:pt x="144798" y="179178"/>
                </a:lnTo>
                <a:lnTo>
                  <a:pt x="145798" y="196930"/>
                </a:lnTo>
                <a:lnTo>
                  <a:pt x="147624" y="215910"/>
                </a:lnTo>
                <a:lnTo>
                  <a:pt x="148234" y="218421"/>
                </a:lnTo>
                <a:lnTo>
                  <a:pt x="50034" y="223689"/>
                </a:lnTo>
                <a:lnTo>
                  <a:pt x="50134" y="221140"/>
                </a:lnTo>
                <a:lnTo>
                  <a:pt x="50904" y="216011"/>
                </a:lnTo>
                <a:lnTo>
                  <a:pt x="51127" y="212184"/>
                </a:lnTo>
                <a:lnTo>
                  <a:pt x="50943" y="209650"/>
                </a:lnTo>
                <a:lnTo>
                  <a:pt x="50529" y="204585"/>
                </a:lnTo>
                <a:lnTo>
                  <a:pt x="50973" y="196930"/>
                </a:lnTo>
                <a:lnTo>
                  <a:pt x="51737" y="194345"/>
                </a:lnTo>
                <a:lnTo>
                  <a:pt x="52069" y="194328"/>
                </a:lnTo>
                <a:lnTo>
                  <a:pt x="52359" y="191768"/>
                </a:lnTo>
                <a:lnTo>
                  <a:pt x="52602" y="189212"/>
                </a:lnTo>
                <a:lnTo>
                  <a:pt x="52892" y="186652"/>
                </a:lnTo>
                <a:lnTo>
                  <a:pt x="53271" y="186632"/>
                </a:lnTo>
                <a:lnTo>
                  <a:pt x="54041" y="181503"/>
                </a:lnTo>
                <a:lnTo>
                  <a:pt x="53811" y="178972"/>
                </a:lnTo>
                <a:lnTo>
                  <a:pt x="50409" y="165165"/>
                </a:lnTo>
                <a:lnTo>
                  <a:pt x="49054" y="157606"/>
                </a:lnTo>
                <a:lnTo>
                  <a:pt x="48510" y="147461"/>
                </a:lnTo>
                <a:lnTo>
                  <a:pt x="48089" y="144940"/>
                </a:lnTo>
                <a:lnTo>
                  <a:pt x="47574" y="142424"/>
                </a:lnTo>
                <a:lnTo>
                  <a:pt x="46728" y="139926"/>
                </a:lnTo>
                <a:lnTo>
                  <a:pt x="44904" y="129849"/>
                </a:lnTo>
                <a:lnTo>
                  <a:pt x="43676" y="118468"/>
                </a:lnTo>
                <a:lnTo>
                  <a:pt x="43114" y="115955"/>
                </a:lnTo>
                <a:lnTo>
                  <a:pt x="42735" y="115975"/>
                </a:lnTo>
                <a:lnTo>
                  <a:pt x="41841" y="113479"/>
                </a:lnTo>
                <a:lnTo>
                  <a:pt x="41474" y="108412"/>
                </a:lnTo>
                <a:lnTo>
                  <a:pt x="42001" y="105840"/>
                </a:lnTo>
                <a:lnTo>
                  <a:pt x="42285" y="105825"/>
                </a:lnTo>
                <a:lnTo>
                  <a:pt x="42576" y="103265"/>
                </a:lnTo>
                <a:lnTo>
                  <a:pt x="42724" y="100714"/>
                </a:lnTo>
                <a:lnTo>
                  <a:pt x="43156" y="98147"/>
                </a:lnTo>
                <a:lnTo>
                  <a:pt x="44637" y="92980"/>
                </a:lnTo>
                <a:lnTo>
                  <a:pt x="48527" y="90228"/>
                </a:lnTo>
                <a:lnTo>
                  <a:pt x="54840" y="84802"/>
                </a:lnTo>
                <a:lnTo>
                  <a:pt x="63317" y="75444"/>
                </a:lnTo>
                <a:lnTo>
                  <a:pt x="69244" y="72583"/>
                </a:lnTo>
                <a:lnTo>
                  <a:pt x="73513" y="69810"/>
                </a:lnTo>
                <a:lnTo>
                  <a:pt x="75083" y="67182"/>
                </a:lnTo>
                <a:close/>
              </a:path>
              <a:path w="263525" h="467360">
                <a:moveTo>
                  <a:pt x="70874" y="44515"/>
                </a:moveTo>
                <a:lnTo>
                  <a:pt x="129945" y="41346"/>
                </a:lnTo>
                <a:lnTo>
                  <a:pt x="129892" y="43893"/>
                </a:lnTo>
                <a:lnTo>
                  <a:pt x="129738" y="48988"/>
                </a:lnTo>
                <a:lnTo>
                  <a:pt x="126877" y="56773"/>
                </a:lnTo>
                <a:lnTo>
                  <a:pt x="124070" y="62011"/>
                </a:lnTo>
                <a:lnTo>
                  <a:pt x="122833" y="64621"/>
                </a:lnTo>
                <a:lnTo>
                  <a:pt x="75225" y="67175"/>
                </a:lnTo>
                <a:lnTo>
                  <a:pt x="75231" y="64631"/>
                </a:lnTo>
                <a:lnTo>
                  <a:pt x="74331" y="64679"/>
                </a:lnTo>
                <a:lnTo>
                  <a:pt x="74147" y="62145"/>
                </a:lnTo>
                <a:lnTo>
                  <a:pt x="72916" y="62211"/>
                </a:lnTo>
                <a:lnTo>
                  <a:pt x="73301" y="59647"/>
                </a:lnTo>
                <a:lnTo>
                  <a:pt x="72638" y="59682"/>
                </a:lnTo>
                <a:lnTo>
                  <a:pt x="74444" y="57042"/>
                </a:lnTo>
                <a:lnTo>
                  <a:pt x="74559" y="56873"/>
                </a:lnTo>
                <a:lnTo>
                  <a:pt x="74426" y="56880"/>
                </a:lnTo>
                <a:lnTo>
                  <a:pt x="74165" y="54513"/>
                </a:lnTo>
                <a:lnTo>
                  <a:pt x="74023" y="54521"/>
                </a:lnTo>
                <a:lnTo>
                  <a:pt x="73508" y="52005"/>
                </a:lnTo>
                <a:lnTo>
                  <a:pt x="73319" y="52015"/>
                </a:lnTo>
                <a:lnTo>
                  <a:pt x="73893" y="49440"/>
                </a:lnTo>
                <a:lnTo>
                  <a:pt x="69535" y="49674"/>
                </a:lnTo>
                <a:lnTo>
                  <a:pt x="70874" y="44515"/>
                </a:lnTo>
                <a:close/>
              </a:path>
              <a:path w="263525" h="467360">
                <a:moveTo>
                  <a:pt x="72916" y="62211"/>
                </a:moveTo>
                <a:lnTo>
                  <a:pt x="73910" y="62158"/>
                </a:lnTo>
                <a:lnTo>
                  <a:pt x="73431" y="64727"/>
                </a:lnTo>
                <a:lnTo>
                  <a:pt x="72916" y="62211"/>
                </a:lnTo>
                <a:close/>
              </a:path>
              <a:path w="263525" h="467360">
                <a:moveTo>
                  <a:pt x="70919" y="35610"/>
                </a:moveTo>
                <a:lnTo>
                  <a:pt x="71629" y="35572"/>
                </a:lnTo>
                <a:lnTo>
                  <a:pt x="71670" y="38113"/>
                </a:lnTo>
                <a:lnTo>
                  <a:pt x="132305" y="34860"/>
                </a:lnTo>
                <a:lnTo>
                  <a:pt x="131941" y="38695"/>
                </a:lnTo>
                <a:lnTo>
                  <a:pt x="130709" y="38762"/>
                </a:lnTo>
                <a:lnTo>
                  <a:pt x="130324" y="41326"/>
                </a:lnTo>
                <a:lnTo>
                  <a:pt x="71016" y="44507"/>
                </a:lnTo>
                <a:lnTo>
                  <a:pt x="71117" y="41958"/>
                </a:lnTo>
                <a:lnTo>
                  <a:pt x="71007" y="38149"/>
                </a:lnTo>
                <a:lnTo>
                  <a:pt x="70919" y="35610"/>
                </a:lnTo>
                <a:close/>
              </a:path>
              <a:path w="263525" h="467360">
                <a:moveTo>
                  <a:pt x="70836" y="30527"/>
                </a:moveTo>
                <a:lnTo>
                  <a:pt x="133223" y="27180"/>
                </a:lnTo>
                <a:lnTo>
                  <a:pt x="133407" y="29714"/>
                </a:lnTo>
                <a:lnTo>
                  <a:pt x="132554" y="29760"/>
                </a:lnTo>
                <a:lnTo>
                  <a:pt x="133117" y="32273"/>
                </a:lnTo>
                <a:lnTo>
                  <a:pt x="133111" y="34817"/>
                </a:lnTo>
                <a:lnTo>
                  <a:pt x="72002" y="38095"/>
                </a:lnTo>
                <a:lnTo>
                  <a:pt x="71866" y="35559"/>
                </a:lnTo>
                <a:lnTo>
                  <a:pt x="70919" y="35610"/>
                </a:lnTo>
                <a:lnTo>
                  <a:pt x="70877" y="33068"/>
                </a:lnTo>
                <a:lnTo>
                  <a:pt x="70836" y="30527"/>
                </a:lnTo>
                <a:close/>
              </a:path>
              <a:path w="263525" h="467360">
                <a:moveTo>
                  <a:pt x="71523" y="20316"/>
                </a:moveTo>
                <a:lnTo>
                  <a:pt x="135474" y="16885"/>
                </a:lnTo>
                <a:lnTo>
                  <a:pt x="134994" y="19454"/>
                </a:lnTo>
                <a:lnTo>
                  <a:pt x="134529" y="21724"/>
                </a:lnTo>
                <a:lnTo>
                  <a:pt x="134467" y="22027"/>
                </a:lnTo>
                <a:lnTo>
                  <a:pt x="133946" y="22055"/>
                </a:lnTo>
                <a:lnTo>
                  <a:pt x="134035" y="24593"/>
                </a:lnTo>
                <a:lnTo>
                  <a:pt x="132987" y="27193"/>
                </a:lnTo>
                <a:lnTo>
                  <a:pt x="71025" y="30517"/>
                </a:lnTo>
                <a:lnTo>
                  <a:pt x="71031" y="27973"/>
                </a:lnTo>
                <a:lnTo>
                  <a:pt x="70932" y="25135"/>
                </a:lnTo>
                <a:lnTo>
                  <a:pt x="71523" y="20316"/>
                </a:lnTo>
                <a:close/>
              </a:path>
              <a:path w="263525" h="467360">
                <a:moveTo>
                  <a:pt x="92456" y="1387"/>
                </a:moveTo>
                <a:lnTo>
                  <a:pt x="99745" y="3540"/>
                </a:lnTo>
                <a:lnTo>
                  <a:pt x="129257" y="1956"/>
                </a:lnTo>
                <a:lnTo>
                  <a:pt x="128920" y="4518"/>
                </a:lnTo>
                <a:lnTo>
                  <a:pt x="131904" y="4358"/>
                </a:lnTo>
                <a:lnTo>
                  <a:pt x="131898" y="6902"/>
                </a:lnTo>
                <a:lnTo>
                  <a:pt x="137393" y="6607"/>
                </a:lnTo>
                <a:lnTo>
                  <a:pt x="137908" y="9123"/>
                </a:lnTo>
                <a:lnTo>
                  <a:pt x="138950" y="9067"/>
                </a:lnTo>
                <a:lnTo>
                  <a:pt x="139086" y="11604"/>
                </a:lnTo>
                <a:lnTo>
                  <a:pt x="137328" y="14242"/>
                </a:lnTo>
                <a:lnTo>
                  <a:pt x="136238" y="14300"/>
                </a:lnTo>
                <a:lnTo>
                  <a:pt x="136042" y="16854"/>
                </a:lnTo>
                <a:lnTo>
                  <a:pt x="73039" y="20234"/>
                </a:lnTo>
                <a:lnTo>
                  <a:pt x="72903" y="17698"/>
                </a:lnTo>
                <a:lnTo>
                  <a:pt x="75094" y="12493"/>
                </a:lnTo>
                <a:lnTo>
                  <a:pt x="78227" y="9781"/>
                </a:lnTo>
                <a:lnTo>
                  <a:pt x="83639" y="4404"/>
                </a:lnTo>
                <a:lnTo>
                  <a:pt x="92456" y="1387"/>
                </a:lnTo>
                <a:close/>
              </a:path>
              <a:path w="263525" h="467360">
                <a:moveTo>
                  <a:pt x="131904" y="4358"/>
                </a:moveTo>
                <a:lnTo>
                  <a:pt x="134746" y="4206"/>
                </a:lnTo>
                <a:lnTo>
                  <a:pt x="136919" y="6633"/>
                </a:lnTo>
                <a:lnTo>
                  <a:pt x="132182" y="6887"/>
                </a:lnTo>
                <a:lnTo>
                  <a:pt x="131904" y="4358"/>
                </a:lnTo>
                <a:close/>
              </a:path>
              <a:path w="263525" h="467360">
                <a:moveTo>
                  <a:pt x="130252" y="1903"/>
                </a:moveTo>
                <a:lnTo>
                  <a:pt x="130584" y="1885"/>
                </a:lnTo>
                <a:lnTo>
                  <a:pt x="131525" y="4378"/>
                </a:lnTo>
                <a:lnTo>
                  <a:pt x="129583" y="4483"/>
                </a:lnTo>
                <a:lnTo>
                  <a:pt x="130252" y="1903"/>
                </a:lnTo>
                <a:close/>
              </a:path>
              <a:path w="263525" h="467360">
                <a:moveTo>
                  <a:pt x="118321" y="0"/>
                </a:moveTo>
                <a:lnTo>
                  <a:pt x="120210" y="2442"/>
                </a:lnTo>
                <a:lnTo>
                  <a:pt x="117651" y="2579"/>
                </a:lnTo>
                <a:lnTo>
                  <a:pt x="118321" y="0"/>
                </a:lnTo>
                <a:close/>
              </a:path>
              <a:path w="263525" h="467360">
                <a:moveTo>
                  <a:pt x="114199" y="221"/>
                </a:moveTo>
                <a:lnTo>
                  <a:pt x="115052" y="175"/>
                </a:lnTo>
                <a:lnTo>
                  <a:pt x="115757" y="2681"/>
                </a:lnTo>
                <a:lnTo>
                  <a:pt x="113388" y="2808"/>
                </a:lnTo>
                <a:lnTo>
                  <a:pt x="114199" y="221"/>
                </a:lnTo>
                <a:close/>
              </a:path>
              <a:path w="263525" h="467360">
                <a:moveTo>
                  <a:pt x="111641" y="358"/>
                </a:moveTo>
                <a:lnTo>
                  <a:pt x="112684" y="302"/>
                </a:lnTo>
                <a:lnTo>
                  <a:pt x="113388" y="2808"/>
                </a:lnTo>
                <a:lnTo>
                  <a:pt x="111304" y="2920"/>
                </a:lnTo>
                <a:lnTo>
                  <a:pt x="111641" y="358"/>
                </a:lnTo>
                <a:close/>
              </a:path>
              <a:path w="263525" h="467360">
                <a:moveTo>
                  <a:pt x="102072" y="871"/>
                </a:moveTo>
                <a:lnTo>
                  <a:pt x="110457" y="421"/>
                </a:lnTo>
                <a:lnTo>
                  <a:pt x="111020" y="2935"/>
                </a:lnTo>
                <a:lnTo>
                  <a:pt x="102019" y="3418"/>
                </a:lnTo>
                <a:lnTo>
                  <a:pt x="102072" y="871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1991867" y="1368475"/>
            <a:ext cx="6151245" cy="3215640"/>
            <a:chOff x="1991867" y="1368475"/>
            <a:chExt cx="6151245" cy="3215640"/>
          </a:xfrm>
        </p:grpSpPr>
        <p:sp>
          <p:nvSpPr>
            <p:cNvPr id="16" name="object 16"/>
            <p:cNvSpPr/>
            <p:nvPr/>
          </p:nvSpPr>
          <p:spPr>
            <a:xfrm>
              <a:off x="2001392" y="1378000"/>
              <a:ext cx="3548379" cy="749300"/>
            </a:xfrm>
            <a:custGeom>
              <a:avLst/>
              <a:gdLst/>
              <a:ahLst/>
              <a:cxnLst/>
              <a:rect l="l" t="t" r="r" b="b"/>
              <a:pathLst>
                <a:path w="3548379" h="749300">
                  <a:moveTo>
                    <a:pt x="3548379" y="0"/>
                  </a:moveTo>
                  <a:lnTo>
                    <a:pt x="0" y="0"/>
                  </a:lnTo>
                  <a:lnTo>
                    <a:pt x="0" y="748995"/>
                  </a:lnTo>
                  <a:lnTo>
                    <a:pt x="3548379" y="748995"/>
                  </a:lnTo>
                  <a:lnTo>
                    <a:pt x="3548379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01392" y="1378000"/>
              <a:ext cx="3548379" cy="749300"/>
            </a:xfrm>
            <a:custGeom>
              <a:avLst/>
              <a:gdLst/>
              <a:ahLst/>
              <a:cxnLst/>
              <a:rect l="l" t="t" r="r" b="b"/>
              <a:pathLst>
                <a:path w="3548379" h="749300">
                  <a:moveTo>
                    <a:pt x="0" y="748995"/>
                  </a:moveTo>
                  <a:lnTo>
                    <a:pt x="3548379" y="748995"/>
                  </a:lnTo>
                  <a:lnTo>
                    <a:pt x="3548379" y="0"/>
                  </a:lnTo>
                  <a:lnTo>
                    <a:pt x="0" y="0"/>
                  </a:lnTo>
                  <a:lnTo>
                    <a:pt x="0" y="748995"/>
                  </a:lnTo>
                  <a:close/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81554" y="1939175"/>
              <a:ext cx="3886200" cy="666750"/>
            </a:xfrm>
            <a:custGeom>
              <a:avLst/>
              <a:gdLst/>
              <a:ahLst/>
              <a:cxnLst/>
              <a:rect l="l" t="t" r="r" b="b"/>
              <a:pathLst>
                <a:path w="3886200" h="666750">
                  <a:moveTo>
                    <a:pt x="3886200" y="0"/>
                  </a:moveTo>
                  <a:lnTo>
                    <a:pt x="0" y="0"/>
                  </a:lnTo>
                  <a:lnTo>
                    <a:pt x="0" y="666229"/>
                  </a:lnTo>
                  <a:lnTo>
                    <a:pt x="3886200" y="666229"/>
                  </a:lnTo>
                  <a:lnTo>
                    <a:pt x="388620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81554" y="1939175"/>
              <a:ext cx="3886200" cy="666750"/>
            </a:xfrm>
            <a:custGeom>
              <a:avLst/>
              <a:gdLst/>
              <a:ahLst/>
              <a:cxnLst/>
              <a:rect l="l" t="t" r="r" b="b"/>
              <a:pathLst>
                <a:path w="3886200" h="666750">
                  <a:moveTo>
                    <a:pt x="0" y="666229"/>
                  </a:moveTo>
                  <a:lnTo>
                    <a:pt x="3886200" y="666229"/>
                  </a:lnTo>
                  <a:lnTo>
                    <a:pt x="3886200" y="0"/>
                  </a:lnTo>
                  <a:lnTo>
                    <a:pt x="0" y="0"/>
                  </a:lnTo>
                  <a:lnTo>
                    <a:pt x="0" y="666229"/>
                  </a:lnTo>
                  <a:close/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22391" y="1479498"/>
              <a:ext cx="2320925" cy="3104515"/>
            </a:xfrm>
            <a:custGeom>
              <a:avLst/>
              <a:gdLst/>
              <a:ahLst/>
              <a:cxnLst/>
              <a:rect l="l" t="t" r="r" b="b"/>
              <a:pathLst>
                <a:path w="2320925" h="3104515">
                  <a:moveTo>
                    <a:pt x="131521" y="4381"/>
                  </a:moveTo>
                  <a:lnTo>
                    <a:pt x="130581" y="1892"/>
                  </a:lnTo>
                  <a:lnTo>
                    <a:pt x="130251" y="1905"/>
                  </a:lnTo>
                  <a:lnTo>
                    <a:pt x="129578" y="4483"/>
                  </a:lnTo>
                  <a:lnTo>
                    <a:pt x="131521" y="4381"/>
                  </a:lnTo>
                  <a:close/>
                </a:path>
                <a:path w="2320925" h="3104515">
                  <a:moveTo>
                    <a:pt x="139077" y="11607"/>
                  </a:moveTo>
                  <a:lnTo>
                    <a:pt x="138950" y="9067"/>
                  </a:lnTo>
                  <a:lnTo>
                    <a:pt x="137909" y="9131"/>
                  </a:lnTo>
                  <a:lnTo>
                    <a:pt x="137388" y="6616"/>
                  </a:lnTo>
                  <a:lnTo>
                    <a:pt x="136918" y="6642"/>
                  </a:lnTo>
                  <a:lnTo>
                    <a:pt x="134747" y="4216"/>
                  </a:lnTo>
                  <a:lnTo>
                    <a:pt x="131902" y="4368"/>
                  </a:lnTo>
                  <a:lnTo>
                    <a:pt x="132168" y="6896"/>
                  </a:lnTo>
                  <a:lnTo>
                    <a:pt x="131889" y="6908"/>
                  </a:lnTo>
                  <a:lnTo>
                    <a:pt x="131902" y="4368"/>
                  </a:lnTo>
                  <a:lnTo>
                    <a:pt x="128917" y="4521"/>
                  </a:lnTo>
                  <a:lnTo>
                    <a:pt x="129247" y="1968"/>
                  </a:lnTo>
                  <a:lnTo>
                    <a:pt x="120205" y="2451"/>
                  </a:lnTo>
                  <a:lnTo>
                    <a:pt x="118313" y="0"/>
                  </a:lnTo>
                  <a:lnTo>
                    <a:pt x="117652" y="2590"/>
                  </a:lnTo>
                  <a:lnTo>
                    <a:pt x="115747" y="2692"/>
                  </a:lnTo>
                  <a:lnTo>
                    <a:pt x="115049" y="177"/>
                  </a:lnTo>
                  <a:lnTo>
                    <a:pt x="114198" y="228"/>
                  </a:lnTo>
                  <a:lnTo>
                    <a:pt x="113385" y="2819"/>
                  </a:lnTo>
                  <a:lnTo>
                    <a:pt x="112674" y="304"/>
                  </a:lnTo>
                  <a:lnTo>
                    <a:pt x="111633" y="368"/>
                  </a:lnTo>
                  <a:lnTo>
                    <a:pt x="111302" y="2921"/>
                  </a:lnTo>
                  <a:lnTo>
                    <a:pt x="112471" y="2870"/>
                  </a:lnTo>
                  <a:lnTo>
                    <a:pt x="111010" y="2946"/>
                  </a:lnTo>
                  <a:lnTo>
                    <a:pt x="110451" y="431"/>
                  </a:lnTo>
                  <a:lnTo>
                    <a:pt x="102069" y="876"/>
                  </a:lnTo>
                  <a:lnTo>
                    <a:pt x="102019" y="3429"/>
                  </a:lnTo>
                  <a:lnTo>
                    <a:pt x="99745" y="3543"/>
                  </a:lnTo>
                  <a:lnTo>
                    <a:pt x="92456" y="1397"/>
                  </a:lnTo>
                  <a:lnTo>
                    <a:pt x="83629" y="4406"/>
                  </a:lnTo>
                  <a:lnTo>
                    <a:pt x="78219" y="9791"/>
                  </a:lnTo>
                  <a:lnTo>
                    <a:pt x="75095" y="12496"/>
                  </a:lnTo>
                  <a:lnTo>
                    <a:pt x="72898" y="17703"/>
                  </a:lnTo>
                  <a:lnTo>
                    <a:pt x="73025" y="20243"/>
                  </a:lnTo>
                  <a:lnTo>
                    <a:pt x="71513" y="20320"/>
                  </a:lnTo>
                  <a:lnTo>
                    <a:pt x="70929" y="25146"/>
                  </a:lnTo>
                  <a:lnTo>
                    <a:pt x="71031" y="27978"/>
                  </a:lnTo>
                  <a:lnTo>
                    <a:pt x="71018" y="30518"/>
                  </a:lnTo>
                  <a:lnTo>
                    <a:pt x="132981" y="27203"/>
                  </a:lnTo>
                  <a:lnTo>
                    <a:pt x="134035" y="24599"/>
                  </a:lnTo>
                  <a:lnTo>
                    <a:pt x="133946" y="22059"/>
                  </a:lnTo>
                  <a:lnTo>
                    <a:pt x="134467" y="22034"/>
                  </a:lnTo>
                  <a:lnTo>
                    <a:pt x="134531" y="21729"/>
                  </a:lnTo>
                  <a:lnTo>
                    <a:pt x="134988" y="19456"/>
                  </a:lnTo>
                  <a:lnTo>
                    <a:pt x="135458" y="16903"/>
                  </a:lnTo>
                  <a:lnTo>
                    <a:pt x="136042" y="16865"/>
                  </a:lnTo>
                  <a:lnTo>
                    <a:pt x="136232" y="14312"/>
                  </a:lnTo>
                  <a:lnTo>
                    <a:pt x="137325" y="14249"/>
                  </a:lnTo>
                  <a:lnTo>
                    <a:pt x="139077" y="11607"/>
                  </a:lnTo>
                  <a:close/>
                </a:path>
                <a:path w="2320925" h="3104515">
                  <a:moveTo>
                    <a:pt x="227825" y="436727"/>
                  </a:moveTo>
                  <a:lnTo>
                    <a:pt x="224282" y="434378"/>
                  </a:lnTo>
                  <a:lnTo>
                    <a:pt x="214388" y="432358"/>
                  </a:lnTo>
                  <a:lnTo>
                    <a:pt x="212737" y="429907"/>
                  </a:lnTo>
                  <a:lnTo>
                    <a:pt x="211924" y="429945"/>
                  </a:lnTo>
                  <a:lnTo>
                    <a:pt x="212026" y="427405"/>
                  </a:lnTo>
                  <a:lnTo>
                    <a:pt x="212178" y="424853"/>
                  </a:lnTo>
                  <a:lnTo>
                    <a:pt x="211874" y="421043"/>
                  </a:lnTo>
                  <a:lnTo>
                    <a:pt x="209854" y="418617"/>
                  </a:lnTo>
                  <a:lnTo>
                    <a:pt x="208241" y="416153"/>
                  </a:lnTo>
                  <a:lnTo>
                    <a:pt x="207111" y="416217"/>
                  </a:lnTo>
                  <a:lnTo>
                    <a:pt x="203136" y="411340"/>
                  </a:lnTo>
                  <a:lnTo>
                    <a:pt x="202666" y="411365"/>
                  </a:lnTo>
                  <a:lnTo>
                    <a:pt x="202031" y="401231"/>
                  </a:lnTo>
                  <a:lnTo>
                    <a:pt x="200190" y="398780"/>
                  </a:lnTo>
                  <a:lnTo>
                    <a:pt x="198437" y="396328"/>
                  </a:lnTo>
                  <a:lnTo>
                    <a:pt x="198297" y="396341"/>
                  </a:lnTo>
                  <a:lnTo>
                    <a:pt x="197878" y="393814"/>
                  </a:lnTo>
                  <a:lnTo>
                    <a:pt x="197599" y="391287"/>
                  </a:lnTo>
                  <a:lnTo>
                    <a:pt x="196202" y="383730"/>
                  </a:lnTo>
                  <a:lnTo>
                    <a:pt x="194627" y="374916"/>
                  </a:lnTo>
                  <a:lnTo>
                    <a:pt x="193319" y="369900"/>
                  </a:lnTo>
                  <a:lnTo>
                    <a:pt x="191820" y="362343"/>
                  </a:lnTo>
                  <a:lnTo>
                    <a:pt x="191439" y="359829"/>
                  </a:lnTo>
                  <a:lnTo>
                    <a:pt x="191020" y="357301"/>
                  </a:lnTo>
                  <a:lnTo>
                    <a:pt x="190461" y="357339"/>
                  </a:lnTo>
                  <a:lnTo>
                    <a:pt x="189852" y="354825"/>
                  </a:lnTo>
                  <a:lnTo>
                    <a:pt x="189369" y="354850"/>
                  </a:lnTo>
                  <a:lnTo>
                    <a:pt x="188722" y="352336"/>
                  </a:lnTo>
                  <a:lnTo>
                    <a:pt x="188201" y="349821"/>
                  </a:lnTo>
                  <a:lnTo>
                    <a:pt x="187312" y="347332"/>
                  </a:lnTo>
                  <a:lnTo>
                    <a:pt x="186550" y="347370"/>
                  </a:lnTo>
                  <a:lnTo>
                    <a:pt x="184899" y="342366"/>
                  </a:lnTo>
                  <a:lnTo>
                    <a:pt x="185140" y="339813"/>
                  </a:lnTo>
                  <a:lnTo>
                    <a:pt x="185191" y="333451"/>
                  </a:lnTo>
                  <a:lnTo>
                    <a:pt x="184353" y="325869"/>
                  </a:lnTo>
                  <a:lnTo>
                    <a:pt x="183222" y="320840"/>
                  </a:lnTo>
                  <a:lnTo>
                    <a:pt x="182803" y="318312"/>
                  </a:lnTo>
                  <a:lnTo>
                    <a:pt x="182003" y="315823"/>
                  </a:lnTo>
                  <a:lnTo>
                    <a:pt x="180644" y="313347"/>
                  </a:lnTo>
                  <a:lnTo>
                    <a:pt x="178803" y="310908"/>
                  </a:lnTo>
                  <a:lnTo>
                    <a:pt x="178587" y="308368"/>
                  </a:lnTo>
                  <a:lnTo>
                    <a:pt x="178384" y="305841"/>
                  </a:lnTo>
                  <a:lnTo>
                    <a:pt x="177406" y="298259"/>
                  </a:lnTo>
                  <a:lnTo>
                    <a:pt x="175539" y="289458"/>
                  </a:lnTo>
                  <a:lnTo>
                    <a:pt x="172758" y="281978"/>
                  </a:lnTo>
                  <a:lnTo>
                    <a:pt x="168541" y="269481"/>
                  </a:lnTo>
                  <a:lnTo>
                    <a:pt x="165125" y="262039"/>
                  </a:lnTo>
                  <a:lnTo>
                    <a:pt x="162217" y="257098"/>
                  </a:lnTo>
                  <a:lnTo>
                    <a:pt x="159067" y="248373"/>
                  </a:lnTo>
                  <a:lnTo>
                    <a:pt x="155651" y="243471"/>
                  </a:lnTo>
                  <a:lnTo>
                    <a:pt x="153339" y="241046"/>
                  </a:lnTo>
                  <a:lnTo>
                    <a:pt x="152069" y="238569"/>
                  </a:lnTo>
                  <a:lnTo>
                    <a:pt x="151980" y="236029"/>
                  </a:lnTo>
                  <a:lnTo>
                    <a:pt x="151790" y="236042"/>
                  </a:lnTo>
                  <a:lnTo>
                    <a:pt x="150888" y="233540"/>
                  </a:lnTo>
                  <a:lnTo>
                    <a:pt x="150088" y="233591"/>
                  </a:lnTo>
                  <a:lnTo>
                    <a:pt x="149390" y="231089"/>
                  </a:lnTo>
                  <a:lnTo>
                    <a:pt x="148678" y="231127"/>
                  </a:lnTo>
                  <a:lnTo>
                    <a:pt x="147447" y="228638"/>
                  </a:lnTo>
                  <a:lnTo>
                    <a:pt x="142341" y="223824"/>
                  </a:lnTo>
                  <a:lnTo>
                    <a:pt x="138938" y="221475"/>
                  </a:lnTo>
                  <a:lnTo>
                    <a:pt x="150444" y="220853"/>
                  </a:lnTo>
                  <a:lnTo>
                    <a:pt x="149885" y="218338"/>
                  </a:lnTo>
                  <a:lnTo>
                    <a:pt x="148234" y="218427"/>
                  </a:lnTo>
                  <a:lnTo>
                    <a:pt x="147624" y="215912"/>
                  </a:lnTo>
                  <a:lnTo>
                    <a:pt x="145796" y="196938"/>
                  </a:lnTo>
                  <a:lnTo>
                    <a:pt x="144792" y="179184"/>
                  </a:lnTo>
                  <a:lnTo>
                    <a:pt x="145808" y="162598"/>
                  </a:lnTo>
                  <a:lnTo>
                    <a:pt x="146138" y="160032"/>
                  </a:lnTo>
                  <a:lnTo>
                    <a:pt x="146291" y="154940"/>
                  </a:lnTo>
                  <a:lnTo>
                    <a:pt x="146024" y="149872"/>
                  </a:lnTo>
                  <a:lnTo>
                    <a:pt x="146469" y="142214"/>
                  </a:lnTo>
                  <a:lnTo>
                    <a:pt x="147142" y="139636"/>
                  </a:lnTo>
                  <a:lnTo>
                    <a:pt x="148183" y="137033"/>
                  </a:lnTo>
                  <a:lnTo>
                    <a:pt x="148107" y="134493"/>
                  </a:lnTo>
                  <a:lnTo>
                    <a:pt x="140843" y="108178"/>
                  </a:lnTo>
                  <a:lnTo>
                    <a:pt x="135928" y="100812"/>
                  </a:lnTo>
                  <a:lnTo>
                    <a:pt x="132778" y="95885"/>
                  </a:lnTo>
                  <a:lnTo>
                    <a:pt x="129794" y="93510"/>
                  </a:lnTo>
                  <a:lnTo>
                    <a:pt x="127863" y="91071"/>
                  </a:lnTo>
                  <a:lnTo>
                    <a:pt x="126669" y="91135"/>
                  </a:lnTo>
                  <a:lnTo>
                    <a:pt x="125349" y="88658"/>
                  </a:lnTo>
                  <a:lnTo>
                    <a:pt x="124320" y="86169"/>
                  </a:lnTo>
                  <a:lnTo>
                    <a:pt x="123190" y="83680"/>
                  </a:lnTo>
                  <a:lnTo>
                    <a:pt x="122948" y="83693"/>
                  </a:lnTo>
                  <a:lnTo>
                    <a:pt x="122478" y="81178"/>
                  </a:lnTo>
                  <a:lnTo>
                    <a:pt x="121678" y="81216"/>
                  </a:lnTo>
                  <a:lnTo>
                    <a:pt x="121234" y="77431"/>
                  </a:lnTo>
                  <a:lnTo>
                    <a:pt x="120992" y="77444"/>
                  </a:lnTo>
                  <a:lnTo>
                    <a:pt x="120103" y="74942"/>
                  </a:lnTo>
                  <a:lnTo>
                    <a:pt x="119354" y="72440"/>
                  </a:lnTo>
                  <a:lnTo>
                    <a:pt x="118554" y="69938"/>
                  </a:lnTo>
                  <a:lnTo>
                    <a:pt x="117983" y="69977"/>
                  </a:lnTo>
                  <a:lnTo>
                    <a:pt x="117843" y="67437"/>
                  </a:lnTo>
                  <a:lnTo>
                    <a:pt x="121310" y="67246"/>
                  </a:lnTo>
                  <a:lnTo>
                    <a:pt x="122059" y="64681"/>
                  </a:lnTo>
                  <a:lnTo>
                    <a:pt x="122834" y="64630"/>
                  </a:lnTo>
                  <a:lnTo>
                    <a:pt x="124066" y="62014"/>
                  </a:lnTo>
                  <a:lnTo>
                    <a:pt x="126873" y="56781"/>
                  </a:lnTo>
                  <a:lnTo>
                    <a:pt x="129730" y="48996"/>
                  </a:lnTo>
                  <a:lnTo>
                    <a:pt x="129882" y="43903"/>
                  </a:lnTo>
                  <a:lnTo>
                    <a:pt x="129933" y="41363"/>
                  </a:lnTo>
                  <a:lnTo>
                    <a:pt x="130314" y="41338"/>
                  </a:lnTo>
                  <a:lnTo>
                    <a:pt x="130708" y="38773"/>
                  </a:lnTo>
                  <a:lnTo>
                    <a:pt x="131940" y="38696"/>
                  </a:lnTo>
                  <a:lnTo>
                    <a:pt x="132283" y="34874"/>
                  </a:lnTo>
                  <a:lnTo>
                    <a:pt x="133108" y="34823"/>
                  </a:lnTo>
                  <a:lnTo>
                    <a:pt x="133108" y="32283"/>
                  </a:lnTo>
                  <a:lnTo>
                    <a:pt x="132549" y="29768"/>
                  </a:lnTo>
                  <a:lnTo>
                    <a:pt x="133400" y="29718"/>
                  </a:lnTo>
                  <a:lnTo>
                    <a:pt x="133223" y="27190"/>
                  </a:lnTo>
                  <a:lnTo>
                    <a:pt x="132981" y="27203"/>
                  </a:lnTo>
                  <a:lnTo>
                    <a:pt x="107073" y="28600"/>
                  </a:lnTo>
                  <a:lnTo>
                    <a:pt x="107073" y="36220"/>
                  </a:lnTo>
                  <a:lnTo>
                    <a:pt x="71666" y="38125"/>
                  </a:lnTo>
                  <a:lnTo>
                    <a:pt x="71628" y="35572"/>
                  </a:lnTo>
                  <a:lnTo>
                    <a:pt x="71856" y="35560"/>
                  </a:lnTo>
                  <a:lnTo>
                    <a:pt x="71996" y="38100"/>
                  </a:lnTo>
                  <a:lnTo>
                    <a:pt x="107073" y="36220"/>
                  </a:lnTo>
                  <a:lnTo>
                    <a:pt x="107073" y="28600"/>
                  </a:lnTo>
                  <a:lnTo>
                    <a:pt x="70827" y="30530"/>
                  </a:lnTo>
                  <a:lnTo>
                    <a:pt x="70878" y="33070"/>
                  </a:lnTo>
                  <a:lnTo>
                    <a:pt x="70916" y="35610"/>
                  </a:lnTo>
                  <a:lnTo>
                    <a:pt x="71005" y="38150"/>
                  </a:lnTo>
                  <a:lnTo>
                    <a:pt x="71107" y="41960"/>
                  </a:lnTo>
                  <a:lnTo>
                    <a:pt x="71018" y="44513"/>
                  </a:lnTo>
                  <a:lnTo>
                    <a:pt x="94056" y="43281"/>
                  </a:lnTo>
                  <a:lnTo>
                    <a:pt x="70866" y="44526"/>
                  </a:lnTo>
                  <a:lnTo>
                    <a:pt x="69532" y="49682"/>
                  </a:lnTo>
                  <a:lnTo>
                    <a:pt x="73888" y="49441"/>
                  </a:lnTo>
                  <a:lnTo>
                    <a:pt x="73317" y="52019"/>
                  </a:lnTo>
                  <a:lnTo>
                    <a:pt x="73507" y="52006"/>
                  </a:lnTo>
                  <a:lnTo>
                    <a:pt x="74015" y="54521"/>
                  </a:lnTo>
                  <a:lnTo>
                    <a:pt x="74168" y="54521"/>
                  </a:lnTo>
                  <a:lnTo>
                    <a:pt x="74422" y="56883"/>
                  </a:lnTo>
                  <a:lnTo>
                    <a:pt x="74561" y="56883"/>
                  </a:lnTo>
                  <a:lnTo>
                    <a:pt x="74434" y="57048"/>
                  </a:lnTo>
                  <a:lnTo>
                    <a:pt x="72631" y="59690"/>
                  </a:lnTo>
                  <a:lnTo>
                    <a:pt x="73291" y="59651"/>
                  </a:lnTo>
                  <a:lnTo>
                    <a:pt x="72910" y="62217"/>
                  </a:lnTo>
                  <a:lnTo>
                    <a:pt x="73431" y="64731"/>
                  </a:lnTo>
                  <a:lnTo>
                    <a:pt x="73901" y="62166"/>
                  </a:lnTo>
                  <a:lnTo>
                    <a:pt x="74142" y="62153"/>
                  </a:lnTo>
                  <a:lnTo>
                    <a:pt x="74333" y="64681"/>
                  </a:lnTo>
                  <a:lnTo>
                    <a:pt x="75222" y="64643"/>
                  </a:lnTo>
                  <a:lnTo>
                    <a:pt x="75222" y="67183"/>
                  </a:lnTo>
                  <a:lnTo>
                    <a:pt x="75082" y="67183"/>
                  </a:lnTo>
                  <a:lnTo>
                    <a:pt x="73507" y="69811"/>
                  </a:lnTo>
                  <a:lnTo>
                    <a:pt x="69240" y="72593"/>
                  </a:lnTo>
                  <a:lnTo>
                    <a:pt x="63309" y="75450"/>
                  </a:lnTo>
                  <a:lnTo>
                    <a:pt x="54838" y="84810"/>
                  </a:lnTo>
                  <a:lnTo>
                    <a:pt x="48526" y="90233"/>
                  </a:lnTo>
                  <a:lnTo>
                    <a:pt x="44627" y="92989"/>
                  </a:lnTo>
                  <a:lnTo>
                    <a:pt x="43154" y="98158"/>
                  </a:lnTo>
                  <a:lnTo>
                    <a:pt x="42722" y="100723"/>
                  </a:lnTo>
                  <a:lnTo>
                    <a:pt x="42570" y="103276"/>
                  </a:lnTo>
                  <a:lnTo>
                    <a:pt x="42278" y="105829"/>
                  </a:lnTo>
                  <a:lnTo>
                    <a:pt x="41998" y="105841"/>
                  </a:lnTo>
                  <a:lnTo>
                    <a:pt x="41465" y="108419"/>
                  </a:lnTo>
                  <a:lnTo>
                    <a:pt x="41833" y="113487"/>
                  </a:lnTo>
                  <a:lnTo>
                    <a:pt x="42735" y="115976"/>
                  </a:lnTo>
                  <a:lnTo>
                    <a:pt x="43116" y="115963"/>
                  </a:lnTo>
                  <a:lnTo>
                    <a:pt x="43675" y="118478"/>
                  </a:lnTo>
                  <a:lnTo>
                    <a:pt x="44894" y="129857"/>
                  </a:lnTo>
                  <a:lnTo>
                    <a:pt x="46723" y="139928"/>
                  </a:lnTo>
                  <a:lnTo>
                    <a:pt x="47574" y="142430"/>
                  </a:lnTo>
                  <a:lnTo>
                    <a:pt x="48082" y="144945"/>
                  </a:lnTo>
                  <a:lnTo>
                    <a:pt x="48501" y="147472"/>
                  </a:lnTo>
                  <a:lnTo>
                    <a:pt x="49047" y="157607"/>
                  </a:lnTo>
                  <a:lnTo>
                    <a:pt x="50406" y="165176"/>
                  </a:lnTo>
                  <a:lnTo>
                    <a:pt x="53809" y="178981"/>
                  </a:lnTo>
                  <a:lnTo>
                    <a:pt x="54038" y="181508"/>
                  </a:lnTo>
                  <a:lnTo>
                    <a:pt x="53263" y="186639"/>
                  </a:lnTo>
                  <a:lnTo>
                    <a:pt x="52882" y="186664"/>
                  </a:lnTo>
                  <a:lnTo>
                    <a:pt x="52603" y="189217"/>
                  </a:lnTo>
                  <a:lnTo>
                    <a:pt x="52349" y="191770"/>
                  </a:lnTo>
                  <a:lnTo>
                    <a:pt x="52070" y="194335"/>
                  </a:lnTo>
                  <a:lnTo>
                    <a:pt x="51739" y="194348"/>
                  </a:lnTo>
                  <a:lnTo>
                    <a:pt x="50965" y="196938"/>
                  </a:lnTo>
                  <a:lnTo>
                    <a:pt x="50520" y="204597"/>
                  </a:lnTo>
                  <a:lnTo>
                    <a:pt x="50939" y="209651"/>
                  </a:lnTo>
                  <a:lnTo>
                    <a:pt x="51117" y="212191"/>
                  </a:lnTo>
                  <a:lnTo>
                    <a:pt x="50901" y="216014"/>
                  </a:lnTo>
                  <a:lnTo>
                    <a:pt x="50126" y="221145"/>
                  </a:lnTo>
                  <a:lnTo>
                    <a:pt x="50025" y="223697"/>
                  </a:lnTo>
                  <a:lnTo>
                    <a:pt x="50444" y="223685"/>
                  </a:lnTo>
                  <a:lnTo>
                    <a:pt x="50114" y="226237"/>
                  </a:lnTo>
                  <a:lnTo>
                    <a:pt x="49593" y="228803"/>
                  </a:lnTo>
                  <a:lnTo>
                    <a:pt x="49161" y="231368"/>
                  </a:lnTo>
                  <a:lnTo>
                    <a:pt x="48768" y="233934"/>
                  </a:lnTo>
                  <a:lnTo>
                    <a:pt x="48247" y="236512"/>
                  </a:lnTo>
                  <a:lnTo>
                    <a:pt x="47777" y="236537"/>
                  </a:lnTo>
                  <a:lnTo>
                    <a:pt x="47713" y="239077"/>
                  </a:lnTo>
                  <a:lnTo>
                    <a:pt x="48260" y="249224"/>
                  </a:lnTo>
                  <a:lnTo>
                    <a:pt x="50330" y="254203"/>
                  </a:lnTo>
                  <a:lnTo>
                    <a:pt x="53657" y="260388"/>
                  </a:lnTo>
                  <a:lnTo>
                    <a:pt x="54991" y="260311"/>
                  </a:lnTo>
                  <a:lnTo>
                    <a:pt x="55880" y="265353"/>
                  </a:lnTo>
                  <a:lnTo>
                    <a:pt x="55968" y="267893"/>
                  </a:lnTo>
                  <a:lnTo>
                    <a:pt x="56146" y="272973"/>
                  </a:lnTo>
                  <a:lnTo>
                    <a:pt x="56248" y="275501"/>
                  </a:lnTo>
                  <a:lnTo>
                    <a:pt x="56642" y="285661"/>
                  </a:lnTo>
                  <a:lnTo>
                    <a:pt x="57010" y="290728"/>
                  </a:lnTo>
                  <a:lnTo>
                    <a:pt x="57188" y="293268"/>
                  </a:lnTo>
                  <a:lnTo>
                    <a:pt x="58013" y="298310"/>
                  </a:lnTo>
                  <a:lnTo>
                    <a:pt x="59321" y="302044"/>
                  </a:lnTo>
                  <a:lnTo>
                    <a:pt x="63500" y="314540"/>
                  </a:lnTo>
                  <a:lnTo>
                    <a:pt x="64490" y="319582"/>
                  </a:lnTo>
                  <a:lnTo>
                    <a:pt x="64897" y="327190"/>
                  </a:lnTo>
                  <a:lnTo>
                    <a:pt x="64223" y="329768"/>
                  </a:lnTo>
                  <a:lnTo>
                    <a:pt x="62191" y="329882"/>
                  </a:lnTo>
                  <a:lnTo>
                    <a:pt x="61760" y="332447"/>
                  </a:lnTo>
                  <a:lnTo>
                    <a:pt x="60718" y="332498"/>
                  </a:lnTo>
                  <a:lnTo>
                    <a:pt x="60236" y="335064"/>
                  </a:lnTo>
                  <a:lnTo>
                    <a:pt x="58242" y="335178"/>
                  </a:lnTo>
                  <a:lnTo>
                    <a:pt x="55206" y="337883"/>
                  </a:lnTo>
                  <a:lnTo>
                    <a:pt x="52209" y="340588"/>
                  </a:lnTo>
                  <a:lnTo>
                    <a:pt x="47053" y="349770"/>
                  </a:lnTo>
                  <a:lnTo>
                    <a:pt x="39954" y="355231"/>
                  </a:lnTo>
                  <a:lnTo>
                    <a:pt x="36791" y="360489"/>
                  </a:lnTo>
                  <a:lnTo>
                    <a:pt x="35052" y="365671"/>
                  </a:lnTo>
                  <a:lnTo>
                    <a:pt x="34163" y="370801"/>
                  </a:lnTo>
                  <a:lnTo>
                    <a:pt x="31521" y="373494"/>
                  </a:lnTo>
                  <a:lnTo>
                    <a:pt x="28384" y="378752"/>
                  </a:lnTo>
                  <a:lnTo>
                    <a:pt x="23418" y="384098"/>
                  </a:lnTo>
                  <a:lnTo>
                    <a:pt x="19519" y="393217"/>
                  </a:lnTo>
                  <a:lnTo>
                    <a:pt x="15887" y="401040"/>
                  </a:lnTo>
                  <a:lnTo>
                    <a:pt x="12179" y="411416"/>
                  </a:lnTo>
                  <a:lnTo>
                    <a:pt x="11696" y="411441"/>
                  </a:lnTo>
                  <a:lnTo>
                    <a:pt x="10502" y="414045"/>
                  </a:lnTo>
                  <a:lnTo>
                    <a:pt x="9461" y="416648"/>
                  </a:lnTo>
                  <a:lnTo>
                    <a:pt x="8216" y="416712"/>
                  </a:lnTo>
                  <a:lnTo>
                    <a:pt x="6451" y="419354"/>
                  </a:lnTo>
                  <a:lnTo>
                    <a:pt x="5410" y="421944"/>
                  </a:lnTo>
                  <a:lnTo>
                    <a:pt x="4419" y="424548"/>
                  </a:lnTo>
                  <a:lnTo>
                    <a:pt x="3365" y="427151"/>
                  </a:lnTo>
                  <a:lnTo>
                    <a:pt x="2743" y="427177"/>
                  </a:lnTo>
                  <a:lnTo>
                    <a:pt x="2260" y="429755"/>
                  </a:lnTo>
                  <a:lnTo>
                    <a:pt x="1282" y="429806"/>
                  </a:lnTo>
                  <a:lnTo>
                    <a:pt x="863" y="432371"/>
                  </a:lnTo>
                  <a:lnTo>
                    <a:pt x="558" y="432384"/>
                  </a:lnTo>
                  <a:lnTo>
                    <a:pt x="0" y="436232"/>
                  </a:lnTo>
                  <a:lnTo>
                    <a:pt x="1905" y="438670"/>
                  </a:lnTo>
                  <a:lnTo>
                    <a:pt x="7721" y="443445"/>
                  </a:lnTo>
                  <a:lnTo>
                    <a:pt x="10464" y="445846"/>
                  </a:lnTo>
                  <a:lnTo>
                    <a:pt x="15138" y="450684"/>
                  </a:lnTo>
                  <a:lnTo>
                    <a:pt x="18110" y="455612"/>
                  </a:lnTo>
                  <a:lnTo>
                    <a:pt x="23888" y="460387"/>
                  </a:lnTo>
                  <a:lnTo>
                    <a:pt x="29095" y="465188"/>
                  </a:lnTo>
                  <a:lnTo>
                    <a:pt x="35458" y="464858"/>
                  </a:lnTo>
                  <a:lnTo>
                    <a:pt x="45402" y="466864"/>
                  </a:lnTo>
                  <a:lnTo>
                    <a:pt x="63830" y="465874"/>
                  </a:lnTo>
                  <a:lnTo>
                    <a:pt x="66802" y="463181"/>
                  </a:lnTo>
                  <a:lnTo>
                    <a:pt x="68529" y="463080"/>
                  </a:lnTo>
                  <a:lnTo>
                    <a:pt x="68529" y="460540"/>
                  </a:lnTo>
                  <a:lnTo>
                    <a:pt x="68491" y="457987"/>
                  </a:lnTo>
                  <a:lnTo>
                    <a:pt x="67868" y="458025"/>
                  </a:lnTo>
                  <a:lnTo>
                    <a:pt x="67360" y="455510"/>
                  </a:lnTo>
                  <a:lnTo>
                    <a:pt x="66268" y="455574"/>
                  </a:lnTo>
                  <a:lnTo>
                    <a:pt x="65570" y="453059"/>
                  </a:lnTo>
                  <a:lnTo>
                    <a:pt x="61722" y="453263"/>
                  </a:lnTo>
                  <a:lnTo>
                    <a:pt x="56095" y="451027"/>
                  </a:lnTo>
                  <a:lnTo>
                    <a:pt x="52743" y="448665"/>
                  </a:lnTo>
                  <a:lnTo>
                    <a:pt x="51130" y="446201"/>
                  </a:lnTo>
                  <a:lnTo>
                    <a:pt x="49479" y="443750"/>
                  </a:lnTo>
                  <a:lnTo>
                    <a:pt x="45491" y="436333"/>
                  </a:lnTo>
                  <a:lnTo>
                    <a:pt x="45351" y="433793"/>
                  </a:lnTo>
                  <a:lnTo>
                    <a:pt x="46888" y="429895"/>
                  </a:lnTo>
                  <a:lnTo>
                    <a:pt x="48602" y="424726"/>
                  </a:lnTo>
                  <a:lnTo>
                    <a:pt x="50558" y="419531"/>
                  </a:lnTo>
                  <a:lnTo>
                    <a:pt x="51193" y="411861"/>
                  </a:lnTo>
                  <a:lnTo>
                    <a:pt x="49923" y="406844"/>
                  </a:lnTo>
                  <a:lnTo>
                    <a:pt x="49123" y="404342"/>
                  </a:lnTo>
                  <a:lnTo>
                    <a:pt x="50177" y="401739"/>
                  </a:lnTo>
                  <a:lnTo>
                    <a:pt x="50787" y="401713"/>
                  </a:lnTo>
                  <a:lnTo>
                    <a:pt x="51981" y="399097"/>
                  </a:lnTo>
                  <a:lnTo>
                    <a:pt x="52933" y="399046"/>
                  </a:lnTo>
                  <a:lnTo>
                    <a:pt x="54686" y="396417"/>
                  </a:lnTo>
                  <a:lnTo>
                    <a:pt x="60388" y="388480"/>
                  </a:lnTo>
                  <a:lnTo>
                    <a:pt x="66319" y="379260"/>
                  </a:lnTo>
                  <a:lnTo>
                    <a:pt x="74053" y="371208"/>
                  </a:lnTo>
                  <a:lnTo>
                    <a:pt x="81622" y="363169"/>
                  </a:lnTo>
                  <a:lnTo>
                    <a:pt x="90093" y="355092"/>
                  </a:lnTo>
                  <a:lnTo>
                    <a:pt x="95262" y="352272"/>
                  </a:lnTo>
                  <a:lnTo>
                    <a:pt x="98920" y="346989"/>
                  </a:lnTo>
                  <a:lnTo>
                    <a:pt x="101625" y="344297"/>
                  </a:lnTo>
                  <a:lnTo>
                    <a:pt x="102704" y="340423"/>
                  </a:lnTo>
                  <a:lnTo>
                    <a:pt x="103378" y="337845"/>
                  </a:lnTo>
                  <a:lnTo>
                    <a:pt x="103657" y="337820"/>
                  </a:lnTo>
                  <a:lnTo>
                    <a:pt x="104609" y="335229"/>
                  </a:lnTo>
                  <a:lnTo>
                    <a:pt x="105524" y="332638"/>
                  </a:lnTo>
                  <a:lnTo>
                    <a:pt x="106756" y="330034"/>
                  </a:lnTo>
                  <a:lnTo>
                    <a:pt x="107518" y="329984"/>
                  </a:lnTo>
                  <a:lnTo>
                    <a:pt x="107848" y="327431"/>
                  </a:lnTo>
                  <a:lnTo>
                    <a:pt x="108089" y="324866"/>
                  </a:lnTo>
                  <a:lnTo>
                    <a:pt x="108813" y="322287"/>
                  </a:lnTo>
                  <a:lnTo>
                    <a:pt x="110248" y="314579"/>
                  </a:lnTo>
                  <a:lnTo>
                    <a:pt x="111645" y="304330"/>
                  </a:lnTo>
                  <a:lnTo>
                    <a:pt x="111975" y="295414"/>
                  </a:lnTo>
                  <a:lnTo>
                    <a:pt x="112572" y="289013"/>
                  </a:lnTo>
                  <a:lnTo>
                    <a:pt x="117005" y="292595"/>
                  </a:lnTo>
                  <a:lnTo>
                    <a:pt x="119621" y="298818"/>
                  </a:lnTo>
                  <a:lnTo>
                    <a:pt x="123113" y="303720"/>
                  </a:lnTo>
                  <a:lnTo>
                    <a:pt x="124815" y="303618"/>
                  </a:lnTo>
                  <a:lnTo>
                    <a:pt x="135547" y="315772"/>
                  </a:lnTo>
                  <a:lnTo>
                    <a:pt x="137007" y="318236"/>
                  </a:lnTo>
                  <a:lnTo>
                    <a:pt x="138518" y="320700"/>
                  </a:lnTo>
                  <a:lnTo>
                    <a:pt x="139458" y="323189"/>
                  </a:lnTo>
                  <a:lnTo>
                    <a:pt x="140347" y="325678"/>
                  </a:lnTo>
                  <a:lnTo>
                    <a:pt x="140728" y="325666"/>
                  </a:lnTo>
                  <a:lnTo>
                    <a:pt x="141478" y="328168"/>
                  </a:lnTo>
                  <a:lnTo>
                    <a:pt x="142849" y="330631"/>
                  </a:lnTo>
                  <a:lnTo>
                    <a:pt x="143370" y="330606"/>
                  </a:lnTo>
                  <a:lnTo>
                    <a:pt x="143510" y="333146"/>
                  </a:lnTo>
                  <a:lnTo>
                    <a:pt x="144449" y="333095"/>
                  </a:lnTo>
                  <a:lnTo>
                    <a:pt x="145440" y="335584"/>
                  </a:lnTo>
                  <a:lnTo>
                    <a:pt x="145630" y="335572"/>
                  </a:lnTo>
                  <a:lnTo>
                    <a:pt x="145884" y="338099"/>
                  </a:lnTo>
                  <a:lnTo>
                    <a:pt x="146989" y="349491"/>
                  </a:lnTo>
                  <a:lnTo>
                    <a:pt x="147688" y="354545"/>
                  </a:lnTo>
                  <a:lnTo>
                    <a:pt x="148107" y="357060"/>
                  </a:lnTo>
                  <a:lnTo>
                    <a:pt x="148996" y="362102"/>
                  </a:lnTo>
                  <a:lnTo>
                    <a:pt x="152247" y="372097"/>
                  </a:lnTo>
                  <a:lnTo>
                    <a:pt x="154698" y="377063"/>
                  </a:lnTo>
                  <a:lnTo>
                    <a:pt x="158115" y="385775"/>
                  </a:lnTo>
                  <a:lnTo>
                    <a:pt x="160375" y="390740"/>
                  </a:lnTo>
                  <a:lnTo>
                    <a:pt x="161823" y="395757"/>
                  </a:lnTo>
                  <a:lnTo>
                    <a:pt x="162623" y="398259"/>
                  </a:lnTo>
                  <a:lnTo>
                    <a:pt x="163995" y="400723"/>
                  </a:lnTo>
                  <a:lnTo>
                    <a:pt x="164985" y="403212"/>
                  </a:lnTo>
                  <a:lnTo>
                    <a:pt x="165887" y="403161"/>
                  </a:lnTo>
                  <a:lnTo>
                    <a:pt x="167487" y="408165"/>
                  </a:lnTo>
                  <a:lnTo>
                    <a:pt x="169037" y="410629"/>
                  </a:lnTo>
                  <a:lnTo>
                    <a:pt x="170307" y="413105"/>
                  </a:lnTo>
                  <a:lnTo>
                    <a:pt x="171107" y="415607"/>
                  </a:lnTo>
                  <a:lnTo>
                    <a:pt x="171780" y="415569"/>
                  </a:lnTo>
                  <a:lnTo>
                    <a:pt x="173139" y="418033"/>
                  </a:lnTo>
                  <a:lnTo>
                    <a:pt x="174218" y="423075"/>
                  </a:lnTo>
                  <a:lnTo>
                    <a:pt x="175272" y="426821"/>
                  </a:lnTo>
                  <a:lnTo>
                    <a:pt x="177444" y="431800"/>
                  </a:lnTo>
                  <a:lnTo>
                    <a:pt x="179133" y="436791"/>
                  </a:lnTo>
                  <a:lnTo>
                    <a:pt x="180746" y="439254"/>
                  </a:lnTo>
                  <a:lnTo>
                    <a:pt x="227825" y="436727"/>
                  </a:lnTo>
                  <a:close/>
                </a:path>
                <a:path w="2320925" h="3104515">
                  <a:moveTo>
                    <a:pt x="263220" y="434822"/>
                  </a:moveTo>
                  <a:lnTo>
                    <a:pt x="260426" y="432435"/>
                  </a:lnTo>
                  <a:lnTo>
                    <a:pt x="258102" y="432562"/>
                  </a:lnTo>
                  <a:lnTo>
                    <a:pt x="254228" y="430225"/>
                  </a:lnTo>
                  <a:lnTo>
                    <a:pt x="252374" y="430326"/>
                  </a:lnTo>
                  <a:lnTo>
                    <a:pt x="245414" y="433235"/>
                  </a:lnTo>
                  <a:lnTo>
                    <a:pt x="239674" y="436092"/>
                  </a:lnTo>
                  <a:lnTo>
                    <a:pt x="180746" y="439254"/>
                  </a:lnTo>
                  <a:lnTo>
                    <a:pt x="182956" y="444220"/>
                  </a:lnTo>
                  <a:lnTo>
                    <a:pt x="184124" y="449249"/>
                  </a:lnTo>
                  <a:lnTo>
                    <a:pt x="186156" y="454228"/>
                  </a:lnTo>
                  <a:lnTo>
                    <a:pt x="187756" y="456679"/>
                  </a:lnTo>
                  <a:lnTo>
                    <a:pt x="189928" y="459105"/>
                  </a:lnTo>
                  <a:lnTo>
                    <a:pt x="191109" y="461594"/>
                  </a:lnTo>
                  <a:lnTo>
                    <a:pt x="190677" y="461606"/>
                  </a:lnTo>
                  <a:lnTo>
                    <a:pt x="190436" y="464172"/>
                  </a:lnTo>
                  <a:lnTo>
                    <a:pt x="192239" y="466610"/>
                  </a:lnTo>
                  <a:lnTo>
                    <a:pt x="199809" y="466204"/>
                  </a:lnTo>
                  <a:lnTo>
                    <a:pt x="210096" y="463118"/>
                  </a:lnTo>
                  <a:lnTo>
                    <a:pt x="217830" y="460159"/>
                  </a:lnTo>
                  <a:lnTo>
                    <a:pt x="222148" y="457377"/>
                  </a:lnTo>
                  <a:lnTo>
                    <a:pt x="231470" y="454342"/>
                  </a:lnTo>
                  <a:lnTo>
                    <a:pt x="238480" y="451421"/>
                  </a:lnTo>
                  <a:lnTo>
                    <a:pt x="244030" y="451116"/>
                  </a:lnTo>
                  <a:lnTo>
                    <a:pt x="248589" y="448335"/>
                  </a:lnTo>
                  <a:lnTo>
                    <a:pt x="252818" y="445566"/>
                  </a:lnTo>
                  <a:lnTo>
                    <a:pt x="262496" y="437413"/>
                  </a:lnTo>
                  <a:lnTo>
                    <a:pt x="262826" y="437388"/>
                  </a:lnTo>
                  <a:lnTo>
                    <a:pt x="263220" y="434822"/>
                  </a:lnTo>
                  <a:close/>
                </a:path>
                <a:path w="2320925" h="3104515">
                  <a:moveTo>
                    <a:pt x="545795" y="535622"/>
                  </a:moveTo>
                  <a:lnTo>
                    <a:pt x="544855" y="533133"/>
                  </a:lnTo>
                  <a:lnTo>
                    <a:pt x="544525" y="533146"/>
                  </a:lnTo>
                  <a:lnTo>
                    <a:pt x="543852" y="535724"/>
                  </a:lnTo>
                  <a:lnTo>
                    <a:pt x="545795" y="535622"/>
                  </a:lnTo>
                  <a:close/>
                </a:path>
                <a:path w="2320925" h="3104515">
                  <a:moveTo>
                    <a:pt x="553351" y="542848"/>
                  </a:moveTo>
                  <a:lnTo>
                    <a:pt x="553224" y="540308"/>
                  </a:lnTo>
                  <a:lnTo>
                    <a:pt x="552183" y="540372"/>
                  </a:lnTo>
                  <a:lnTo>
                    <a:pt x="551662" y="537857"/>
                  </a:lnTo>
                  <a:lnTo>
                    <a:pt x="551192" y="537883"/>
                  </a:lnTo>
                  <a:lnTo>
                    <a:pt x="549021" y="535457"/>
                  </a:lnTo>
                  <a:lnTo>
                    <a:pt x="546176" y="535609"/>
                  </a:lnTo>
                  <a:lnTo>
                    <a:pt x="546442" y="538137"/>
                  </a:lnTo>
                  <a:lnTo>
                    <a:pt x="546163" y="538149"/>
                  </a:lnTo>
                  <a:lnTo>
                    <a:pt x="546176" y="535609"/>
                  </a:lnTo>
                  <a:lnTo>
                    <a:pt x="543191" y="535762"/>
                  </a:lnTo>
                  <a:lnTo>
                    <a:pt x="543521" y="533209"/>
                  </a:lnTo>
                  <a:lnTo>
                    <a:pt x="534479" y="533692"/>
                  </a:lnTo>
                  <a:lnTo>
                    <a:pt x="532587" y="531241"/>
                  </a:lnTo>
                  <a:lnTo>
                    <a:pt x="531926" y="533831"/>
                  </a:lnTo>
                  <a:lnTo>
                    <a:pt x="530021" y="533933"/>
                  </a:lnTo>
                  <a:lnTo>
                    <a:pt x="529323" y="531418"/>
                  </a:lnTo>
                  <a:lnTo>
                    <a:pt x="528472" y="531469"/>
                  </a:lnTo>
                  <a:lnTo>
                    <a:pt x="527659" y="534060"/>
                  </a:lnTo>
                  <a:lnTo>
                    <a:pt x="526948" y="531545"/>
                  </a:lnTo>
                  <a:lnTo>
                    <a:pt x="525907" y="531609"/>
                  </a:lnTo>
                  <a:lnTo>
                    <a:pt x="525576" y="534162"/>
                  </a:lnTo>
                  <a:lnTo>
                    <a:pt x="526745" y="534111"/>
                  </a:lnTo>
                  <a:lnTo>
                    <a:pt x="525284" y="534187"/>
                  </a:lnTo>
                  <a:lnTo>
                    <a:pt x="524725" y="531672"/>
                  </a:lnTo>
                  <a:lnTo>
                    <a:pt x="516343" y="532117"/>
                  </a:lnTo>
                  <a:lnTo>
                    <a:pt x="516293" y="534670"/>
                  </a:lnTo>
                  <a:lnTo>
                    <a:pt x="514019" y="534784"/>
                  </a:lnTo>
                  <a:lnTo>
                    <a:pt x="506730" y="532638"/>
                  </a:lnTo>
                  <a:lnTo>
                    <a:pt x="497903" y="535647"/>
                  </a:lnTo>
                  <a:lnTo>
                    <a:pt x="492493" y="541032"/>
                  </a:lnTo>
                  <a:lnTo>
                    <a:pt x="489369" y="543737"/>
                  </a:lnTo>
                  <a:lnTo>
                    <a:pt x="487172" y="548944"/>
                  </a:lnTo>
                  <a:lnTo>
                    <a:pt x="487299" y="551484"/>
                  </a:lnTo>
                  <a:lnTo>
                    <a:pt x="485787" y="551561"/>
                  </a:lnTo>
                  <a:lnTo>
                    <a:pt x="485203" y="556387"/>
                  </a:lnTo>
                  <a:lnTo>
                    <a:pt x="485305" y="559219"/>
                  </a:lnTo>
                  <a:lnTo>
                    <a:pt x="485292" y="561759"/>
                  </a:lnTo>
                  <a:lnTo>
                    <a:pt x="547255" y="558444"/>
                  </a:lnTo>
                  <a:lnTo>
                    <a:pt x="548309" y="555840"/>
                  </a:lnTo>
                  <a:lnTo>
                    <a:pt x="548220" y="553300"/>
                  </a:lnTo>
                  <a:lnTo>
                    <a:pt x="548741" y="553275"/>
                  </a:lnTo>
                  <a:lnTo>
                    <a:pt x="548805" y="552970"/>
                  </a:lnTo>
                  <a:lnTo>
                    <a:pt x="549262" y="550697"/>
                  </a:lnTo>
                  <a:lnTo>
                    <a:pt x="549732" y="548144"/>
                  </a:lnTo>
                  <a:lnTo>
                    <a:pt x="550316" y="548106"/>
                  </a:lnTo>
                  <a:lnTo>
                    <a:pt x="550506" y="545553"/>
                  </a:lnTo>
                  <a:lnTo>
                    <a:pt x="551599" y="545490"/>
                  </a:lnTo>
                  <a:lnTo>
                    <a:pt x="553351" y="542848"/>
                  </a:lnTo>
                  <a:close/>
                </a:path>
                <a:path w="2320925" h="3104515">
                  <a:moveTo>
                    <a:pt x="642099" y="967968"/>
                  </a:moveTo>
                  <a:lnTo>
                    <a:pt x="638556" y="965619"/>
                  </a:lnTo>
                  <a:lnTo>
                    <a:pt x="628662" y="963599"/>
                  </a:lnTo>
                  <a:lnTo>
                    <a:pt x="627011" y="961148"/>
                  </a:lnTo>
                  <a:lnTo>
                    <a:pt x="626198" y="961186"/>
                  </a:lnTo>
                  <a:lnTo>
                    <a:pt x="626300" y="958646"/>
                  </a:lnTo>
                  <a:lnTo>
                    <a:pt x="626452" y="956094"/>
                  </a:lnTo>
                  <a:lnTo>
                    <a:pt x="626148" y="952284"/>
                  </a:lnTo>
                  <a:lnTo>
                    <a:pt x="624128" y="949858"/>
                  </a:lnTo>
                  <a:lnTo>
                    <a:pt x="622515" y="947394"/>
                  </a:lnTo>
                  <a:lnTo>
                    <a:pt x="621385" y="947458"/>
                  </a:lnTo>
                  <a:lnTo>
                    <a:pt x="617410" y="942581"/>
                  </a:lnTo>
                  <a:lnTo>
                    <a:pt x="616940" y="942606"/>
                  </a:lnTo>
                  <a:lnTo>
                    <a:pt x="616305" y="932472"/>
                  </a:lnTo>
                  <a:lnTo>
                    <a:pt x="614464" y="930021"/>
                  </a:lnTo>
                  <a:lnTo>
                    <a:pt x="612711" y="927569"/>
                  </a:lnTo>
                  <a:lnTo>
                    <a:pt x="612571" y="927582"/>
                  </a:lnTo>
                  <a:lnTo>
                    <a:pt x="612152" y="925055"/>
                  </a:lnTo>
                  <a:lnTo>
                    <a:pt x="611873" y="922528"/>
                  </a:lnTo>
                  <a:lnTo>
                    <a:pt x="610476" y="914971"/>
                  </a:lnTo>
                  <a:lnTo>
                    <a:pt x="608901" y="906157"/>
                  </a:lnTo>
                  <a:lnTo>
                    <a:pt x="607593" y="901141"/>
                  </a:lnTo>
                  <a:lnTo>
                    <a:pt x="606094" y="893584"/>
                  </a:lnTo>
                  <a:lnTo>
                    <a:pt x="605713" y="891070"/>
                  </a:lnTo>
                  <a:lnTo>
                    <a:pt x="605294" y="888542"/>
                  </a:lnTo>
                  <a:lnTo>
                    <a:pt x="604735" y="888580"/>
                  </a:lnTo>
                  <a:lnTo>
                    <a:pt x="604126" y="886066"/>
                  </a:lnTo>
                  <a:lnTo>
                    <a:pt x="603643" y="886091"/>
                  </a:lnTo>
                  <a:lnTo>
                    <a:pt x="602996" y="883577"/>
                  </a:lnTo>
                  <a:lnTo>
                    <a:pt x="602475" y="881062"/>
                  </a:lnTo>
                  <a:lnTo>
                    <a:pt x="601586" y="878573"/>
                  </a:lnTo>
                  <a:lnTo>
                    <a:pt x="600824" y="878611"/>
                  </a:lnTo>
                  <a:lnTo>
                    <a:pt x="599173" y="873607"/>
                  </a:lnTo>
                  <a:lnTo>
                    <a:pt x="599414" y="871054"/>
                  </a:lnTo>
                  <a:lnTo>
                    <a:pt x="599465" y="864692"/>
                  </a:lnTo>
                  <a:lnTo>
                    <a:pt x="598627" y="857110"/>
                  </a:lnTo>
                  <a:lnTo>
                    <a:pt x="597496" y="852081"/>
                  </a:lnTo>
                  <a:lnTo>
                    <a:pt x="597077" y="849553"/>
                  </a:lnTo>
                  <a:lnTo>
                    <a:pt x="596277" y="847064"/>
                  </a:lnTo>
                  <a:lnTo>
                    <a:pt x="594918" y="844588"/>
                  </a:lnTo>
                  <a:lnTo>
                    <a:pt x="593077" y="842149"/>
                  </a:lnTo>
                  <a:lnTo>
                    <a:pt x="592861" y="839609"/>
                  </a:lnTo>
                  <a:lnTo>
                    <a:pt x="592658" y="837082"/>
                  </a:lnTo>
                  <a:lnTo>
                    <a:pt x="591680" y="829500"/>
                  </a:lnTo>
                  <a:lnTo>
                    <a:pt x="589813" y="820699"/>
                  </a:lnTo>
                  <a:lnTo>
                    <a:pt x="587032" y="813219"/>
                  </a:lnTo>
                  <a:lnTo>
                    <a:pt x="582815" y="800722"/>
                  </a:lnTo>
                  <a:lnTo>
                    <a:pt x="579399" y="793280"/>
                  </a:lnTo>
                  <a:lnTo>
                    <a:pt x="576491" y="788339"/>
                  </a:lnTo>
                  <a:lnTo>
                    <a:pt x="573341" y="779614"/>
                  </a:lnTo>
                  <a:lnTo>
                    <a:pt x="569925" y="774712"/>
                  </a:lnTo>
                  <a:lnTo>
                    <a:pt x="567613" y="772287"/>
                  </a:lnTo>
                  <a:lnTo>
                    <a:pt x="566343" y="769810"/>
                  </a:lnTo>
                  <a:lnTo>
                    <a:pt x="566254" y="767270"/>
                  </a:lnTo>
                  <a:lnTo>
                    <a:pt x="566064" y="767283"/>
                  </a:lnTo>
                  <a:lnTo>
                    <a:pt x="565162" y="764781"/>
                  </a:lnTo>
                  <a:lnTo>
                    <a:pt x="564362" y="764832"/>
                  </a:lnTo>
                  <a:lnTo>
                    <a:pt x="563651" y="762330"/>
                  </a:lnTo>
                  <a:lnTo>
                    <a:pt x="562952" y="762368"/>
                  </a:lnTo>
                  <a:lnTo>
                    <a:pt x="561721" y="759879"/>
                  </a:lnTo>
                  <a:lnTo>
                    <a:pt x="556615" y="755065"/>
                  </a:lnTo>
                  <a:lnTo>
                    <a:pt x="553212" y="752716"/>
                  </a:lnTo>
                  <a:lnTo>
                    <a:pt x="564718" y="752094"/>
                  </a:lnTo>
                  <a:lnTo>
                    <a:pt x="564159" y="749579"/>
                  </a:lnTo>
                  <a:lnTo>
                    <a:pt x="562508" y="749668"/>
                  </a:lnTo>
                  <a:lnTo>
                    <a:pt x="561898" y="747153"/>
                  </a:lnTo>
                  <a:lnTo>
                    <a:pt x="560070" y="728179"/>
                  </a:lnTo>
                  <a:lnTo>
                    <a:pt x="559066" y="710425"/>
                  </a:lnTo>
                  <a:lnTo>
                    <a:pt x="560082" y="693839"/>
                  </a:lnTo>
                  <a:lnTo>
                    <a:pt x="560412" y="691273"/>
                  </a:lnTo>
                  <a:lnTo>
                    <a:pt x="560565" y="686181"/>
                  </a:lnTo>
                  <a:lnTo>
                    <a:pt x="560298" y="681113"/>
                  </a:lnTo>
                  <a:lnTo>
                    <a:pt x="560743" y="673455"/>
                  </a:lnTo>
                  <a:lnTo>
                    <a:pt x="561416" y="670877"/>
                  </a:lnTo>
                  <a:lnTo>
                    <a:pt x="562457" y="668274"/>
                  </a:lnTo>
                  <a:lnTo>
                    <a:pt x="562381" y="665734"/>
                  </a:lnTo>
                  <a:lnTo>
                    <a:pt x="555117" y="639419"/>
                  </a:lnTo>
                  <a:lnTo>
                    <a:pt x="550202" y="632053"/>
                  </a:lnTo>
                  <a:lnTo>
                    <a:pt x="547039" y="627126"/>
                  </a:lnTo>
                  <a:lnTo>
                    <a:pt x="544068" y="624751"/>
                  </a:lnTo>
                  <a:lnTo>
                    <a:pt x="542137" y="622312"/>
                  </a:lnTo>
                  <a:lnTo>
                    <a:pt x="540943" y="622376"/>
                  </a:lnTo>
                  <a:lnTo>
                    <a:pt x="539623" y="619899"/>
                  </a:lnTo>
                  <a:lnTo>
                    <a:pt x="538594" y="617410"/>
                  </a:lnTo>
                  <a:lnTo>
                    <a:pt x="537464" y="614921"/>
                  </a:lnTo>
                  <a:lnTo>
                    <a:pt x="537222" y="614934"/>
                  </a:lnTo>
                  <a:lnTo>
                    <a:pt x="536752" y="612419"/>
                  </a:lnTo>
                  <a:lnTo>
                    <a:pt x="535952" y="612457"/>
                  </a:lnTo>
                  <a:lnTo>
                    <a:pt x="535508" y="608672"/>
                  </a:lnTo>
                  <a:lnTo>
                    <a:pt x="535266" y="608685"/>
                  </a:lnTo>
                  <a:lnTo>
                    <a:pt x="534377" y="606183"/>
                  </a:lnTo>
                  <a:lnTo>
                    <a:pt x="533628" y="603681"/>
                  </a:lnTo>
                  <a:lnTo>
                    <a:pt x="532828" y="601179"/>
                  </a:lnTo>
                  <a:lnTo>
                    <a:pt x="532257" y="601218"/>
                  </a:lnTo>
                  <a:lnTo>
                    <a:pt x="532117" y="598678"/>
                  </a:lnTo>
                  <a:lnTo>
                    <a:pt x="535584" y="598487"/>
                  </a:lnTo>
                  <a:lnTo>
                    <a:pt x="536333" y="595922"/>
                  </a:lnTo>
                  <a:lnTo>
                    <a:pt x="537108" y="595871"/>
                  </a:lnTo>
                  <a:lnTo>
                    <a:pt x="538340" y="593255"/>
                  </a:lnTo>
                  <a:lnTo>
                    <a:pt x="541147" y="588022"/>
                  </a:lnTo>
                  <a:lnTo>
                    <a:pt x="544004" y="580237"/>
                  </a:lnTo>
                  <a:lnTo>
                    <a:pt x="544156" y="575144"/>
                  </a:lnTo>
                  <a:lnTo>
                    <a:pt x="544207" y="572604"/>
                  </a:lnTo>
                  <a:lnTo>
                    <a:pt x="544588" y="572579"/>
                  </a:lnTo>
                  <a:lnTo>
                    <a:pt x="544982" y="570014"/>
                  </a:lnTo>
                  <a:lnTo>
                    <a:pt x="546214" y="569937"/>
                  </a:lnTo>
                  <a:lnTo>
                    <a:pt x="546557" y="566115"/>
                  </a:lnTo>
                  <a:lnTo>
                    <a:pt x="547382" y="566064"/>
                  </a:lnTo>
                  <a:lnTo>
                    <a:pt x="547382" y="563524"/>
                  </a:lnTo>
                  <a:lnTo>
                    <a:pt x="546823" y="561009"/>
                  </a:lnTo>
                  <a:lnTo>
                    <a:pt x="547674" y="560959"/>
                  </a:lnTo>
                  <a:lnTo>
                    <a:pt x="547497" y="558431"/>
                  </a:lnTo>
                  <a:lnTo>
                    <a:pt x="547255" y="558444"/>
                  </a:lnTo>
                  <a:lnTo>
                    <a:pt x="521347" y="559841"/>
                  </a:lnTo>
                  <a:lnTo>
                    <a:pt x="521347" y="567461"/>
                  </a:lnTo>
                  <a:lnTo>
                    <a:pt x="485940" y="569366"/>
                  </a:lnTo>
                  <a:lnTo>
                    <a:pt x="485902" y="566813"/>
                  </a:lnTo>
                  <a:lnTo>
                    <a:pt x="486130" y="566801"/>
                  </a:lnTo>
                  <a:lnTo>
                    <a:pt x="486270" y="569341"/>
                  </a:lnTo>
                  <a:lnTo>
                    <a:pt x="521347" y="567461"/>
                  </a:lnTo>
                  <a:lnTo>
                    <a:pt x="521347" y="559841"/>
                  </a:lnTo>
                  <a:lnTo>
                    <a:pt x="485101" y="561771"/>
                  </a:lnTo>
                  <a:lnTo>
                    <a:pt x="485152" y="564311"/>
                  </a:lnTo>
                  <a:lnTo>
                    <a:pt x="485190" y="566851"/>
                  </a:lnTo>
                  <a:lnTo>
                    <a:pt x="485279" y="569391"/>
                  </a:lnTo>
                  <a:lnTo>
                    <a:pt x="485381" y="573201"/>
                  </a:lnTo>
                  <a:lnTo>
                    <a:pt x="485279" y="575754"/>
                  </a:lnTo>
                  <a:lnTo>
                    <a:pt x="510336" y="574421"/>
                  </a:lnTo>
                  <a:lnTo>
                    <a:pt x="485140" y="575767"/>
                  </a:lnTo>
                  <a:lnTo>
                    <a:pt x="483806" y="580923"/>
                  </a:lnTo>
                  <a:lnTo>
                    <a:pt x="488162" y="580682"/>
                  </a:lnTo>
                  <a:lnTo>
                    <a:pt x="487591" y="583260"/>
                  </a:lnTo>
                  <a:lnTo>
                    <a:pt x="487781" y="583247"/>
                  </a:lnTo>
                  <a:lnTo>
                    <a:pt x="488289" y="585762"/>
                  </a:lnTo>
                  <a:lnTo>
                    <a:pt x="488442" y="585762"/>
                  </a:lnTo>
                  <a:lnTo>
                    <a:pt x="488696" y="588124"/>
                  </a:lnTo>
                  <a:lnTo>
                    <a:pt x="488823" y="588124"/>
                  </a:lnTo>
                  <a:lnTo>
                    <a:pt x="488708" y="588289"/>
                  </a:lnTo>
                  <a:lnTo>
                    <a:pt x="486905" y="590931"/>
                  </a:lnTo>
                  <a:lnTo>
                    <a:pt x="487565" y="590892"/>
                  </a:lnTo>
                  <a:lnTo>
                    <a:pt x="487184" y="593458"/>
                  </a:lnTo>
                  <a:lnTo>
                    <a:pt x="487705" y="595972"/>
                  </a:lnTo>
                  <a:lnTo>
                    <a:pt x="488175" y="593407"/>
                  </a:lnTo>
                  <a:lnTo>
                    <a:pt x="488416" y="593394"/>
                  </a:lnTo>
                  <a:lnTo>
                    <a:pt x="488607" y="595922"/>
                  </a:lnTo>
                  <a:lnTo>
                    <a:pt x="489496" y="595884"/>
                  </a:lnTo>
                  <a:lnTo>
                    <a:pt x="489496" y="598424"/>
                  </a:lnTo>
                  <a:lnTo>
                    <a:pt x="489356" y="598424"/>
                  </a:lnTo>
                  <a:lnTo>
                    <a:pt x="487781" y="601052"/>
                  </a:lnTo>
                  <a:lnTo>
                    <a:pt x="483514" y="603834"/>
                  </a:lnTo>
                  <a:lnTo>
                    <a:pt x="477583" y="606691"/>
                  </a:lnTo>
                  <a:lnTo>
                    <a:pt x="469112" y="616051"/>
                  </a:lnTo>
                  <a:lnTo>
                    <a:pt x="462800" y="621474"/>
                  </a:lnTo>
                  <a:lnTo>
                    <a:pt x="458901" y="624230"/>
                  </a:lnTo>
                  <a:lnTo>
                    <a:pt x="457428" y="629399"/>
                  </a:lnTo>
                  <a:lnTo>
                    <a:pt x="456996" y="631964"/>
                  </a:lnTo>
                  <a:lnTo>
                    <a:pt x="456844" y="634517"/>
                  </a:lnTo>
                  <a:lnTo>
                    <a:pt x="456552" y="637070"/>
                  </a:lnTo>
                  <a:lnTo>
                    <a:pt x="456272" y="637082"/>
                  </a:lnTo>
                  <a:lnTo>
                    <a:pt x="455739" y="639660"/>
                  </a:lnTo>
                  <a:lnTo>
                    <a:pt x="456107" y="644728"/>
                  </a:lnTo>
                  <a:lnTo>
                    <a:pt x="457009" y="647217"/>
                  </a:lnTo>
                  <a:lnTo>
                    <a:pt x="457377" y="647204"/>
                  </a:lnTo>
                  <a:lnTo>
                    <a:pt x="457949" y="649719"/>
                  </a:lnTo>
                  <a:lnTo>
                    <a:pt x="459168" y="661098"/>
                  </a:lnTo>
                  <a:lnTo>
                    <a:pt x="460997" y="671169"/>
                  </a:lnTo>
                  <a:lnTo>
                    <a:pt x="461848" y="673671"/>
                  </a:lnTo>
                  <a:lnTo>
                    <a:pt x="462356" y="676186"/>
                  </a:lnTo>
                  <a:lnTo>
                    <a:pt x="462775" y="678713"/>
                  </a:lnTo>
                  <a:lnTo>
                    <a:pt x="463321" y="688848"/>
                  </a:lnTo>
                  <a:lnTo>
                    <a:pt x="464680" y="696417"/>
                  </a:lnTo>
                  <a:lnTo>
                    <a:pt x="468083" y="710222"/>
                  </a:lnTo>
                  <a:lnTo>
                    <a:pt x="468312" y="712749"/>
                  </a:lnTo>
                  <a:lnTo>
                    <a:pt x="467537" y="717880"/>
                  </a:lnTo>
                  <a:lnTo>
                    <a:pt x="467156" y="717905"/>
                  </a:lnTo>
                  <a:lnTo>
                    <a:pt x="466877" y="720458"/>
                  </a:lnTo>
                  <a:lnTo>
                    <a:pt x="466623" y="723011"/>
                  </a:lnTo>
                  <a:lnTo>
                    <a:pt x="466344" y="725576"/>
                  </a:lnTo>
                  <a:lnTo>
                    <a:pt x="466013" y="725589"/>
                  </a:lnTo>
                  <a:lnTo>
                    <a:pt x="465239" y="728179"/>
                  </a:lnTo>
                  <a:lnTo>
                    <a:pt x="464794" y="735838"/>
                  </a:lnTo>
                  <a:lnTo>
                    <a:pt x="465213" y="740892"/>
                  </a:lnTo>
                  <a:lnTo>
                    <a:pt x="465391" y="743432"/>
                  </a:lnTo>
                  <a:lnTo>
                    <a:pt x="465175" y="747255"/>
                  </a:lnTo>
                  <a:lnTo>
                    <a:pt x="464400" y="752386"/>
                  </a:lnTo>
                  <a:lnTo>
                    <a:pt x="464299" y="754938"/>
                  </a:lnTo>
                  <a:lnTo>
                    <a:pt x="464718" y="754926"/>
                  </a:lnTo>
                  <a:lnTo>
                    <a:pt x="464388" y="757478"/>
                  </a:lnTo>
                  <a:lnTo>
                    <a:pt x="463867" y="760044"/>
                  </a:lnTo>
                  <a:lnTo>
                    <a:pt x="463435" y="762609"/>
                  </a:lnTo>
                  <a:lnTo>
                    <a:pt x="463042" y="765175"/>
                  </a:lnTo>
                  <a:lnTo>
                    <a:pt x="462521" y="767753"/>
                  </a:lnTo>
                  <a:lnTo>
                    <a:pt x="462051" y="767778"/>
                  </a:lnTo>
                  <a:lnTo>
                    <a:pt x="461987" y="770318"/>
                  </a:lnTo>
                  <a:lnTo>
                    <a:pt x="462534" y="780465"/>
                  </a:lnTo>
                  <a:lnTo>
                    <a:pt x="464604" y="785444"/>
                  </a:lnTo>
                  <a:lnTo>
                    <a:pt x="467931" y="791629"/>
                  </a:lnTo>
                  <a:lnTo>
                    <a:pt x="469265" y="791552"/>
                  </a:lnTo>
                  <a:lnTo>
                    <a:pt x="470154" y="796594"/>
                  </a:lnTo>
                  <a:lnTo>
                    <a:pt x="470242" y="799134"/>
                  </a:lnTo>
                  <a:lnTo>
                    <a:pt x="470420" y="804214"/>
                  </a:lnTo>
                  <a:lnTo>
                    <a:pt x="470522" y="806742"/>
                  </a:lnTo>
                  <a:lnTo>
                    <a:pt x="473595" y="833285"/>
                  </a:lnTo>
                  <a:lnTo>
                    <a:pt x="477774" y="845781"/>
                  </a:lnTo>
                  <a:lnTo>
                    <a:pt x="478764" y="850823"/>
                  </a:lnTo>
                  <a:lnTo>
                    <a:pt x="479171" y="858431"/>
                  </a:lnTo>
                  <a:lnTo>
                    <a:pt x="478497" y="861009"/>
                  </a:lnTo>
                  <a:lnTo>
                    <a:pt x="476465" y="861123"/>
                  </a:lnTo>
                  <a:lnTo>
                    <a:pt x="476034" y="863688"/>
                  </a:lnTo>
                  <a:lnTo>
                    <a:pt x="474992" y="863739"/>
                  </a:lnTo>
                  <a:lnTo>
                    <a:pt x="474510" y="866305"/>
                  </a:lnTo>
                  <a:lnTo>
                    <a:pt x="472516" y="866419"/>
                  </a:lnTo>
                  <a:lnTo>
                    <a:pt x="469480" y="869124"/>
                  </a:lnTo>
                  <a:lnTo>
                    <a:pt x="466483" y="871829"/>
                  </a:lnTo>
                  <a:lnTo>
                    <a:pt x="461327" y="881011"/>
                  </a:lnTo>
                  <a:lnTo>
                    <a:pt x="454228" y="886472"/>
                  </a:lnTo>
                  <a:lnTo>
                    <a:pt x="451065" y="891730"/>
                  </a:lnTo>
                  <a:lnTo>
                    <a:pt x="449326" y="896912"/>
                  </a:lnTo>
                  <a:lnTo>
                    <a:pt x="448437" y="902042"/>
                  </a:lnTo>
                  <a:lnTo>
                    <a:pt x="445795" y="904735"/>
                  </a:lnTo>
                  <a:lnTo>
                    <a:pt x="442658" y="909993"/>
                  </a:lnTo>
                  <a:lnTo>
                    <a:pt x="437692" y="915339"/>
                  </a:lnTo>
                  <a:lnTo>
                    <a:pt x="433793" y="924458"/>
                  </a:lnTo>
                  <a:lnTo>
                    <a:pt x="430161" y="932281"/>
                  </a:lnTo>
                  <a:lnTo>
                    <a:pt x="426453" y="942657"/>
                  </a:lnTo>
                  <a:lnTo>
                    <a:pt x="425970" y="942682"/>
                  </a:lnTo>
                  <a:lnTo>
                    <a:pt x="424776" y="945286"/>
                  </a:lnTo>
                  <a:lnTo>
                    <a:pt x="423735" y="947889"/>
                  </a:lnTo>
                  <a:lnTo>
                    <a:pt x="422490" y="947953"/>
                  </a:lnTo>
                  <a:lnTo>
                    <a:pt x="420725" y="950595"/>
                  </a:lnTo>
                  <a:lnTo>
                    <a:pt x="419684" y="953185"/>
                  </a:lnTo>
                  <a:lnTo>
                    <a:pt x="418693" y="955789"/>
                  </a:lnTo>
                  <a:lnTo>
                    <a:pt x="417639" y="958392"/>
                  </a:lnTo>
                  <a:lnTo>
                    <a:pt x="417017" y="958418"/>
                  </a:lnTo>
                  <a:lnTo>
                    <a:pt x="416534" y="960996"/>
                  </a:lnTo>
                  <a:lnTo>
                    <a:pt x="415556" y="961047"/>
                  </a:lnTo>
                  <a:lnTo>
                    <a:pt x="415137" y="963612"/>
                  </a:lnTo>
                  <a:lnTo>
                    <a:pt x="414832" y="963625"/>
                  </a:lnTo>
                  <a:lnTo>
                    <a:pt x="414274" y="967473"/>
                  </a:lnTo>
                  <a:lnTo>
                    <a:pt x="416179" y="969911"/>
                  </a:lnTo>
                  <a:lnTo>
                    <a:pt x="421995" y="974686"/>
                  </a:lnTo>
                  <a:lnTo>
                    <a:pt x="424726" y="977087"/>
                  </a:lnTo>
                  <a:lnTo>
                    <a:pt x="429412" y="981925"/>
                  </a:lnTo>
                  <a:lnTo>
                    <a:pt x="432384" y="986853"/>
                  </a:lnTo>
                  <a:lnTo>
                    <a:pt x="438162" y="991628"/>
                  </a:lnTo>
                  <a:lnTo>
                    <a:pt x="443369" y="996429"/>
                  </a:lnTo>
                  <a:lnTo>
                    <a:pt x="449732" y="996099"/>
                  </a:lnTo>
                  <a:lnTo>
                    <a:pt x="459676" y="998105"/>
                  </a:lnTo>
                  <a:lnTo>
                    <a:pt x="478104" y="997115"/>
                  </a:lnTo>
                  <a:lnTo>
                    <a:pt x="481076" y="994422"/>
                  </a:lnTo>
                  <a:lnTo>
                    <a:pt x="482803" y="994321"/>
                  </a:lnTo>
                  <a:lnTo>
                    <a:pt x="482803" y="991781"/>
                  </a:lnTo>
                  <a:lnTo>
                    <a:pt x="482765" y="989228"/>
                  </a:lnTo>
                  <a:lnTo>
                    <a:pt x="482142" y="989266"/>
                  </a:lnTo>
                  <a:lnTo>
                    <a:pt x="481634" y="986751"/>
                  </a:lnTo>
                  <a:lnTo>
                    <a:pt x="480542" y="986815"/>
                  </a:lnTo>
                  <a:lnTo>
                    <a:pt x="479844" y="984300"/>
                  </a:lnTo>
                  <a:lnTo>
                    <a:pt x="475996" y="984504"/>
                  </a:lnTo>
                  <a:lnTo>
                    <a:pt x="470369" y="982268"/>
                  </a:lnTo>
                  <a:lnTo>
                    <a:pt x="467017" y="979906"/>
                  </a:lnTo>
                  <a:lnTo>
                    <a:pt x="465404" y="977442"/>
                  </a:lnTo>
                  <a:lnTo>
                    <a:pt x="463753" y="974991"/>
                  </a:lnTo>
                  <a:lnTo>
                    <a:pt x="459765" y="967574"/>
                  </a:lnTo>
                  <a:lnTo>
                    <a:pt x="459625" y="965034"/>
                  </a:lnTo>
                  <a:lnTo>
                    <a:pt x="461162" y="961136"/>
                  </a:lnTo>
                  <a:lnTo>
                    <a:pt x="462876" y="955967"/>
                  </a:lnTo>
                  <a:lnTo>
                    <a:pt x="464832" y="950772"/>
                  </a:lnTo>
                  <a:lnTo>
                    <a:pt x="465467" y="943102"/>
                  </a:lnTo>
                  <a:lnTo>
                    <a:pt x="464197" y="938085"/>
                  </a:lnTo>
                  <a:lnTo>
                    <a:pt x="463397" y="935583"/>
                  </a:lnTo>
                  <a:lnTo>
                    <a:pt x="464451" y="932980"/>
                  </a:lnTo>
                  <a:lnTo>
                    <a:pt x="465061" y="932954"/>
                  </a:lnTo>
                  <a:lnTo>
                    <a:pt x="466255" y="930338"/>
                  </a:lnTo>
                  <a:lnTo>
                    <a:pt x="467207" y="930287"/>
                  </a:lnTo>
                  <a:lnTo>
                    <a:pt x="468960" y="927658"/>
                  </a:lnTo>
                  <a:lnTo>
                    <a:pt x="474662" y="919721"/>
                  </a:lnTo>
                  <a:lnTo>
                    <a:pt x="480593" y="910501"/>
                  </a:lnTo>
                  <a:lnTo>
                    <a:pt x="488327" y="902449"/>
                  </a:lnTo>
                  <a:lnTo>
                    <a:pt x="495896" y="894410"/>
                  </a:lnTo>
                  <a:lnTo>
                    <a:pt x="504367" y="886333"/>
                  </a:lnTo>
                  <a:lnTo>
                    <a:pt x="509536" y="883513"/>
                  </a:lnTo>
                  <a:lnTo>
                    <a:pt x="513194" y="878217"/>
                  </a:lnTo>
                  <a:lnTo>
                    <a:pt x="515899" y="875538"/>
                  </a:lnTo>
                  <a:lnTo>
                    <a:pt x="516978" y="871664"/>
                  </a:lnTo>
                  <a:lnTo>
                    <a:pt x="517652" y="869086"/>
                  </a:lnTo>
                  <a:lnTo>
                    <a:pt x="517931" y="869061"/>
                  </a:lnTo>
                  <a:lnTo>
                    <a:pt x="518883" y="866470"/>
                  </a:lnTo>
                  <a:lnTo>
                    <a:pt x="519798" y="863879"/>
                  </a:lnTo>
                  <a:lnTo>
                    <a:pt x="521030" y="861275"/>
                  </a:lnTo>
                  <a:lnTo>
                    <a:pt x="521792" y="861225"/>
                  </a:lnTo>
                  <a:lnTo>
                    <a:pt x="522122" y="858672"/>
                  </a:lnTo>
                  <a:lnTo>
                    <a:pt x="522363" y="856107"/>
                  </a:lnTo>
                  <a:lnTo>
                    <a:pt x="523087" y="853528"/>
                  </a:lnTo>
                  <a:lnTo>
                    <a:pt x="524522" y="845820"/>
                  </a:lnTo>
                  <a:lnTo>
                    <a:pt x="525919" y="835571"/>
                  </a:lnTo>
                  <a:lnTo>
                    <a:pt x="526249" y="826655"/>
                  </a:lnTo>
                  <a:lnTo>
                    <a:pt x="526846" y="820254"/>
                  </a:lnTo>
                  <a:lnTo>
                    <a:pt x="531279" y="823836"/>
                  </a:lnTo>
                  <a:lnTo>
                    <a:pt x="533895" y="830059"/>
                  </a:lnTo>
                  <a:lnTo>
                    <a:pt x="537387" y="834961"/>
                  </a:lnTo>
                  <a:lnTo>
                    <a:pt x="539089" y="834859"/>
                  </a:lnTo>
                  <a:lnTo>
                    <a:pt x="549821" y="847013"/>
                  </a:lnTo>
                  <a:lnTo>
                    <a:pt x="551281" y="849477"/>
                  </a:lnTo>
                  <a:lnTo>
                    <a:pt x="552792" y="851941"/>
                  </a:lnTo>
                  <a:lnTo>
                    <a:pt x="553732" y="854430"/>
                  </a:lnTo>
                  <a:lnTo>
                    <a:pt x="554621" y="856919"/>
                  </a:lnTo>
                  <a:lnTo>
                    <a:pt x="555002" y="856907"/>
                  </a:lnTo>
                  <a:lnTo>
                    <a:pt x="555752" y="859409"/>
                  </a:lnTo>
                  <a:lnTo>
                    <a:pt x="557123" y="861872"/>
                  </a:lnTo>
                  <a:lnTo>
                    <a:pt x="557644" y="861847"/>
                  </a:lnTo>
                  <a:lnTo>
                    <a:pt x="557784" y="864387"/>
                  </a:lnTo>
                  <a:lnTo>
                    <a:pt x="558723" y="864336"/>
                  </a:lnTo>
                  <a:lnTo>
                    <a:pt x="559714" y="866825"/>
                  </a:lnTo>
                  <a:lnTo>
                    <a:pt x="559904" y="866813"/>
                  </a:lnTo>
                  <a:lnTo>
                    <a:pt x="568972" y="908304"/>
                  </a:lnTo>
                  <a:lnTo>
                    <a:pt x="572389" y="917016"/>
                  </a:lnTo>
                  <a:lnTo>
                    <a:pt x="574649" y="921981"/>
                  </a:lnTo>
                  <a:lnTo>
                    <a:pt x="576097" y="926998"/>
                  </a:lnTo>
                  <a:lnTo>
                    <a:pt x="576897" y="929500"/>
                  </a:lnTo>
                  <a:lnTo>
                    <a:pt x="578269" y="931964"/>
                  </a:lnTo>
                  <a:lnTo>
                    <a:pt x="579259" y="934453"/>
                  </a:lnTo>
                  <a:lnTo>
                    <a:pt x="580161" y="934402"/>
                  </a:lnTo>
                  <a:lnTo>
                    <a:pt x="581761" y="939406"/>
                  </a:lnTo>
                  <a:lnTo>
                    <a:pt x="583311" y="941870"/>
                  </a:lnTo>
                  <a:lnTo>
                    <a:pt x="584581" y="944346"/>
                  </a:lnTo>
                  <a:lnTo>
                    <a:pt x="585381" y="946848"/>
                  </a:lnTo>
                  <a:lnTo>
                    <a:pt x="586054" y="946810"/>
                  </a:lnTo>
                  <a:lnTo>
                    <a:pt x="587413" y="949274"/>
                  </a:lnTo>
                  <a:lnTo>
                    <a:pt x="588492" y="954316"/>
                  </a:lnTo>
                  <a:lnTo>
                    <a:pt x="589546" y="958062"/>
                  </a:lnTo>
                  <a:lnTo>
                    <a:pt x="591718" y="963041"/>
                  </a:lnTo>
                  <a:lnTo>
                    <a:pt x="593407" y="968032"/>
                  </a:lnTo>
                  <a:lnTo>
                    <a:pt x="595020" y="970495"/>
                  </a:lnTo>
                  <a:lnTo>
                    <a:pt x="642099" y="967968"/>
                  </a:lnTo>
                  <a:close/>
                </a:path>
                <a:path w="2320925" h="3104515">
                  <a:moveTo>
                    <a:pt x="677494" y="966063"/>
                  </a:moveTo>
                  <a:lnTo>
                    <a:pt x="674700" y="963676"/>
                  </a:lnTo>
                  <a:lnTo>
                    <a:pt x="672376" y="963803"/>
                  </a:lnTo>
                  <a:lnTo>
                    <a:pt x="668502" y="961466"/>
                  </a:lnTo>
                  <a:lnTo>
                    <a:pt x="666648" y="961567"/>
                  </a:lnTo>
                  <a:lnTo>
                    <a:pt x="659688" y="964476"/>
                  </a:lnTo>
                  <a:lnTo>
                    <a:pt x="653948" y="967333"/>
                  </a:lnTo>
                  <a:lnTo>
                    <a:pt x="595020" y="970495"/>
                  </a:lnTo>
                  <a:lnTo>
                    <a:pt x="597230" y="975461"/>
                  </a:lnTo>
                  <a:lnTo>
                    <a:pt x="598398" y="980490"/>
                  </a:lnTo>
                  <a:lnTo>
                    <a:pt x="600430" y="985469"/>
                  </a:lnTo>
                  <a:lnTo>
                    <a:pt x="602030" y="987920"/>
                  </a:lnTo>
                  <a:lnTo>
                    <a:pt x="604202" y="990346"/>
                  </a:lnTo>
                  <a:lnTo>
                    <a:pt x="605383" y="992835"/>
                  </a:lnTo>
                  <a:lnTo>
                    <a:pt x="604951" y="992847"/>
                  </a:lnTo>
                  <a:lnTo>
                    <a:pt x="604710" y="995413"/>
                  </a:lnTo>
                  <a:lnTo>
                    <a:pt x="606513" y="997851"/>
                  </a:lnTo>
                  <a:lnTo>
                    <a:pt x="614083" y="997445"/>
                  </a:lnTo>
                  <a:lnTo>
                    <a:pt x="624370" y="994359"/>
                  </a:lnTo>
                  <a:lnTo>
                    <a:pt x="632104" y="991400"/>
                  </a:lnTo>
                  <a:lnTo>
                    <a:pt x="636422" y="988618"/>
                  </a:lnTo>
                  <a:lnTo>
                    <a:pt x="645744" y="985583"/>
                  </a:lnTo>
                  <a:lnTo>
                    <a:pt x="652754" y="982662"/>
                  </a:lnTo>
                  <a:lnTo>
                    <a:pt x="658304" y="982357"/>
                  </a:lnTo>
                  <a:lnTo>
                    <a:pt x="662863" y="979576"/>
                  </a:lnTo>
                  <a:lnTo>
                    <a:pt x="667092" y="976807"/>
                  </a:lnTo>
                  <a:lnTo>
                    <a:pt x="676770" y="968654"/>
                  </a:lnTo>
                  <a:lnTo>
                    <a:pt x="677100" y="968629"/>
                  </a:lnTo>
                  <a:lnTo>
                    <a:pt x="677494" y="966063"/>
                  </a:lnTo>
                  <a:close/>
                </a:path>
                <a:path w="2320925" h="3104515">
                  <a:moveTo>
                    <a:pt x="948512" y="1049972"/>
                  </a:moveTo>
                  <a:lnTo>
                    <a:pt x="947572" y="1047483"/>
                  </a:lnTo>
                  <a:lnTo>
                    <a:pt x="947242" y="1047496"/>
                  </a:lnTo>
                  <a:lnTo>
                    <a:pt x="946569" y="1050074"/>
                  </a:lnTo>
                  <a:lnTo>
                    <a:pt x="948512" y="1049972"/>
                  </a:lnTo>
                  <a:close/>
                </a:path>
                <a:path w="2320925" h="3104515">
                  <a:moveTo>
                    <a:pt x="956068" y="1057198"/>
                  </a:moveTo>
                  <a:lnTo>
                    <a:pt x="955941" y="1054658"/>
                  </a:lnTo>
                  <a:lnTo>
                    <a:pt x="954900" y="1054722"/>
                  </a:lnTo>
                  <a:lnTo>
                    <a:pt x="954379" y="1052207"/>
                  </a:lnTo>
                  <a:lnTo>
                    <a:pt x="953909" y="1052233"/>
                  </a:lnTo>
                  <a:lnTo>
                    <a:pt x="951738" y="1049807"/>
                  </a:lnTo>
                  <a:lnTo>
                    <a:pt x="948893" y="1049959"/>
                  </a:lnTo>
                  <a:lnTo>
                    <a:pt x="949159" y="1052487"/>
                  </a:lnTo>
                  <a:lnTo>
                    <a:pt x="948880" y="1052499"/>
                  </a:lnTo>
                  <a:lnTo>
                    <a:pt x="948893" y="1049959"/>
                  </a:lnTo>
                  <a:lnTo>
                    <a:pt x="945908" y="1050112"/>
                  </a:lnTo>
                  <a:lnTo>
                    <a:pt x="946238" y="1047559"/>
                  </a:lnTo>
                  <a:lnTo>
                    <a:pt x="937196" y="1048042"/>
                  </a:lnTo>
                  <a:lnTo>
                    <a:pt x="935304" y="1045591"/>
                  </a:lnTo>
                  <a:lnTo>
                    <a:pt x="934643" y="1048181"/>
                  </a:lnTo>
                  <a:lnTo>
                    <a:pt x="932738" y="1048283"/>
                  </a:lnTo>
                  <a:lnTo>
                    <a:pt x="932040" y="1045768"/>
                  </a:lnTo>
                  <a:lnTo>
                    <a:pt x="931189" y="1045819"/>
                  </a:lnTo>
                  <a:lnTo>
                    <a:pt x="930376" y="1048410"/>
                  </a:lnTo>
                  <a:lnTo>
                    <a:pt x="929665" y="1045895"/>
                  </a:lnTo>
                  <a:lnTo>
                    <a:pt x="928624" y="1045959"/>
                  </a:lnTo>
                  <a:lnTo>
                    <a:pt x="928293" y="1048512"/>
                  </a:lnTo>
                  <a:lnTo>
                    <a:pt x="929462" y="1048461"/>
                  </a:lnTo>
                  <a:lnTo>
                    <a:pt x="928001" y="1048537"/>
                  </a:lnTo>
                  <a:lnTo>
                    <a:pt x="927442" y="1046022"/>
                  </a:lnTo>
                  <a:lnTo>
                    <a:pt x="919060" y="1046467"/>
                  </a:lnTo>
                  <a:lnTo>
                    <a:pt x="919010" y="1049020"/>
                  </a:lnTo>
                  <a:lnTo>
                    <a:pt x="916736" y="1049134"/>
                  </a:lnTo>
                  <a:lnTo>
                    <a:pt x="909447" y="1046988"/>
                  </a:lnTo>
                  <a:lnTo>
                    <a:pt x="900620" y="1049997"/>
                  </a:lnTo>
                  <a:lnTo>
                    <a:pt x="895210" y="1055382"/>
                  </a:lnTo>
                  <a:lnTo>
                    <a:pt x="892086" y="1058087"/>
                  </a:lnTo>
                  <a:lnTo>
                    <a:pt x="889889" y="1063294"/>
                  </a:lnTo>
                  <a:lnTo>
                    <a:pt x="890016" y="1065834"/>
                  </a:lnTo>
                  <a:lnTo>
                    <a:pt x="888504" y="1065911"/>
                  </a:lnTo>
                  <a:lnTo>
                    <a:pt x="887920" y="1070737"/>
                  </a:lnTo>
                  <a:lnTo>
                    <a:pt x="888022" y="1073569"/>
                  </a:lnTo>
                  <a:lnTo>
                    <a:pt x="888009" y="1076109"/>
                  </a:lnTo>
                  <a:lnTo>
                    <a:pt x="949972" y="1072794"/>
                  </a:lnTo>
                  <a:lnTo>
                    <a:pt x="951026" y="1070190"/>
                  </a:lnTo>
                  <a:lnTo>
                    <a:pt x="950937" y="1067650"/>
                  </a:lnTo>
                  <a:lnTo>
                    <a:pt x="951458" y="1067625"/>
                  </a:lnTo>
                  <a:lnTo>
                    <a:pt x="951522" y="1067320"/>
                  </a:lnTo>
                  <a:lnTo>
                    <a:pt x="951979" y="1065047"/>
                  </a:lnTo>
                  <a:lnTo>
                    <a:pt x="952449" y="1062494"/>
                  </a:lnTo>
                  <a:lnTo>
                    <a:pt x="953033" y="1062456"/>
                  </a:lnTo>
                  <a:lnTo>
                    <a:pt x="953223" y="1059903"/>
                  </a:lnTo>
                  <a:lnTo>
                    <a:pt x="954316" y="1059840"/>
                  </a:lnTo>
                  <a:lnTo>
                    <a:pt x="956068" y="1057198"/>
                  </a:lnTo>
                  <a:close/>
                </a:path>
                <a:path w="2320925" h="3104515">
                  <a:moveTo>
                    <a:pt x="1044816" y="1482318"/>
                  </a:moveTo>
                  <a:lnTo>
                    <a:pt x="1041273" y="1479969"/>
                  </a:lnTo>
                  <a:lnTo>
                    <a:pt x="1031379" y="1477949"/>
                  </a:lnTo>
                  <a:lnTo>
                    <a:pt x="1029728" y="1475498"/>
                  </a:lnTo>
                  <a:lnTo>
                    <a:pt x="1028915" y="1475536"/>
                  </a:lnTo>
                  <a:lnTo>
                    <a:pt x="1029017" y="1472996"/>
                  </a:lnTo>
                  <a:lnTo>
                    <a:pt x="1029169" y="1470444"/>
                  </a:lnTo>
                  <a:lnTo>
                    <a:pt x="1028865" y="1466634"/>
                  </a:lnTo>
                  <a:lnTo>
                    <a:pt x="1026845" y="1464208"/>
                  </a:lnTo>
                  <a:lnTo>
                    <a:pt x="1025232" y="1461744"/>
                  </a:lnTo>
                  <a:lnTo>
                    <a:pt x="1024102" y="1461808"/>
                  </a:lnTo>
                  <a:lnTo>
                    <a:pt x="1020127" y="1456931"/>
                  </a:lnTo>
                  <a:lnTo>
                    <a:pt x="1019657" y="1456956"/>
                  </a:lnTo>
                  <a:lnTo>
                    <a:pt x="1019022" y="1446822"/>
                  </a:lnTo>
                  <a:lnTo>
                    <a:pt x="1017181" y="1444371"/>
                  </a:lnTo>
                  <a:lnTo>
                    <a:pt x="1015428" y="1441919"/>
                  </a:lnTo>
                  <a:lnTo>
                    <a:pt x="1015288" y="1441932"/>
                  </a:lnTo>
                  <a:lnTo>
                    <a:pt x="1014869" y="1439405"/>
                  </a:lnTo>
                  <a:lnTo>
                    <a:pt x="1014590" y="1436878"/>
                  </a:lnTo>
                  <a:lnTo>
                    <a:pt x="1013193" y="1429321"/>
                  </a:lnTo>
                  <a:lnTo>
                    <a:pt x="1011618" y="1420507"/>
                  </a:lnTo>
                  <a:lnTo>
                    <a:pt x="1010310" y="1415491"/>
                  </a:lnTo>
                  <a:lnTo>
                    <a:pt x="1008811" y="1407934"/>
                  </a:lnTo>
                  <a:lnTo>
                    <a:pt x="1008430" y="1405420"/>
                  </a:lnTo>
                  <a:lnTo>
                    <a:pt x="1008011" y="1402892"/>
                  </a:lnTo>
                  <a:lnTo>
                    <a:pt x="1007452" y="1402930"/>
                  </a:lnTo>
                  <a:lnTo>
                    <a:pt x="1006843" y="1400416"/>
                  </a:lnTo>
                  <a:lnTo>
                    <a:pt x="1006360" y="1400441"/>
                  </a:lnTo>
                  <a:lnTo>
                    <a:pt x="1005713" y="1397927"/>
                  </a:lnTo>
                  <a:lnTo>
                    <a:pt x="1005192" y="1395412"/>
                  </a:lnTo>
                  <a:lnTo>
                    <a:pt x="1004303" y="1392923"/>
                  </a:lnTo>
                  <a:lnTo>
                    <a:pt x="1003541" y="1392961"/>
                  </a:lnTo>
                  <a:lnTo>
                    <a:pt x="1001890" y="1387957"/>
                  </a:lnTo>
                  <a:lnTo>
                    <a:pt x="1002131" y="1385404"/>
                  </a:lnTo>
                  <a:lnTo>
                    <a:pt x="1002182" y="1379042"/>
                  </a:lnTo>
                  <a:lnTo>
                    <a:pt x="1001344" y="1371460"/>
                  </a:lnTo>
                  <a:lnTo>
                    <a:pt x="1000213" y="1366431"/>
                  </a:lnTo>
                  <a:lnTo>
                    <a:pt x="999794" y="1363903"/>
                  </a:lnTo>
                  <a:lnTo>
                    <a:pt x="998994" y="1361414"/>
                  </a:lnTo>
                  <a:lnTo>
                    <a:pt x="997635" y="1358938"/>
                  </a:lnTo>
                  <a:lnTo>
                    <a:pt x="995794" y="1356499"/>
                  </a:lnTo>
                  <a:lnTo>
                    <a:pt x="995578" y="1353959"/>
                  </a:lnTo>
                  <a:lnTo>
                    <a:pt x="995375" y="1351432"/>
                  </a:lnTo>
                  <a:lnTo>
                    <a:pt x="994397" y="1343850"/>
                  </a:lnTo>
                  <a:lnTo>
                    <a:pt x="992530" y="1335049"/>
                  </a:lnTo>
                  <a:lnTo>
                    <a:pt x="989749" y="1327569"/>
                  </a:lnTo>
                  <a:lnTo>
                    <a:pt x="985532" y="1315072"/>
                  </a:lnTo>
                  <a:lnTo>
                    <a:pt x="982116" y="1307630"/>
                  </a:lnTo>
                  <a:lnTo>
                    <a:pt x="979208" y="1302689"/>
                  </a:lnTo>
                  <a:lnTo>
                    <a:pt x="976058" y="1293964"/>
                  </a:lnTo>
                  <a:lnTo>
                    <a:pt x="972642" y="1289062"/>
                  </a:lnTo>
                  <a:lnTo>
                    <a:pt x="970330" y="1286637"/>
                  </a:lnTo>
                  <a:lnTo>
                    <a:pt x="969060" y="1284160"/>
                  </a:lnTo>
                  <a:lnTo>
                    <a:pt x="968971" y="1281620"/>
                  </a:lnTo>
                  <a:lnTo>
                    <a:pt x="968781" y="1281633"/>
                  </a:lnTo>
                  <a:lnTo>
                    <a:pt x="967879" y="1279131"/>
                  </a:lnTo>
                  <a:lnTo>
                    <a:pt x="967079" y="1279182"/>
                  </a:lnTo>
                  <a:lnTo>
                    <a:pt x="966381" y="1276680"/>
                  </a:lnTo>
                  <a:lnTo>
                    <a:pt x="965669" y="1276718"/>
                  </a:lnTo>
                  <a:lnTo>
                    <a:pt x="964438" y="1274229"/>
                  </a:lnTo>
                  <a:lnTo>
                    <a:pt x="959332" y="1269415"/>
                  </a:lnTo>
                  <a:lnTo>
                    <a:pt x="955929" y="1267066"/>
                  </a:lnTo>
                  <a:lnTo>
                    <a:pt x="967435" y="1266444"/>
                  </a:lnTo>
                  <a:lnTo>
                    <a:pt x="966876" y="1263929"/>
                  </a:lnTo>
                  <a:lnTo>
                    <a:pt x="965225" y="1264018"/>
                  </a:lnTo>
                  <a:lnTo>
                    <a:pt x="964615" y="1261503"/>
                  </a:lnTo>
                  <a:lnTo>
                    <a:pt x="962787" y="1242529"/>
                  </a:lnTo>
                  <a:lnTo>
                    <a:pt x="961783" y="1224775"/>
                  </a:lnTo>
                  <a:lnTo>
                    <a:pt x="962799" y="1208189"/>
                  </a:lnTo>
                  <a:lnTo>
                    <a:pt x="963129" y="1205623"/>
                  </a:lnTo>
                  <a:lnTo>
                    <a:pt x="963282" y="1200531"/>
                  </a:lnTo>
                  <a:lnTo>
                    <a:pt x="963015" y="1195463"/>
                  </a:lnTo>
                  <a:lnTo>
                    <a:pt x="963460" y="1187805"/>
                  </a:lnTo>
                  <a:lnTo>
                    <a:pt x="964133" y="1185227"/>
                  </a:lnTo>
                  <a:lnTo>
                    <a:pt x="965174" y="1182624"/>
                  </a:lnTo>
                  <a:lnTo>
                    <a:pt x="965098" y="1180084"/>
                  </a:lnTo>
                  <a:lnTo>
                    <a:pt x="957834" y="1153769"/>
                  </a:lnTo>
                  <a:lnTo>
                    <a:pt x="952919" y="1146403"/>
                  </a:lnTo>
                  <a:lnTo>
                    <a:pt x="949769" y="1141476"/>
                  </a:lnTo>
                  <a:lnTo>
                    <a:pt x="946785" y="1139101"/>
                  </a:lnTo>
                  <a:lnTo>
                    <a:pt x="944854" y="1136662"/>
                  </a:lnTo>
                  <a:lnTo>
                    <a:pt x="943660" y="1136726"/>
                  </a:lnTo>
                  <a:lnTo>
                    <a:pt x="942340" y="1134249"/>
                  </a:lnTo>
                  <a:lnTo>
                    <a:pt x="941311" y="1131760"/>
                  </a:lnTo>
                  <a:lnTo>
                    <a:pt x="940181" y="1129271"/>
                  </a:lnTo>
                  <a:lnTo>
                    <a:pt x="939939" y="1129284"/>
                  </a:lnTo>
                  <a:lnTo>
                    <a:pt x="939469" y="1126769"/>
                  </a:lnTo>
                  <a:lnTo>
                    <a:pt x="938669" y="1126807"/>
                  </a:lnTo>
                  <a:lnTo>
                    <a:pt x="938225" y="1123022"/>
                  </a:lnTo>
                  <a:lnTo>
                    <a:pt x="937983" y="1123035"/>
                  </a:lnTo>
                  <a:lnTo>
                    <a:pt x="937094" y="1120533"/>
                  </a:lnTo>
                  <a:lnTo>
                    <a:pt x="936345" y="1118031"/>
                  </a:lnTo>
                  <a:lnTo>
                    <a:pt x="935545" y="1115529"/>
                  </a:lnTo>
                  <a:lnTo>
                    <a:pt x="934974" y="1115568"/>
                  </a:lnTo>
                  <a:lnTo>
                    <a:pt x="934834" y="1113028"/>
                  </a:lnTo>
                  <a:lnTo>
                    <a:pt x="938301" y="1112837"/>
                  </a:lnTo>
                  <a:lnTo>
                    <a:pt x="939050" y="1110272"/>
                  </a:lnTo>
                  <a:lnTo>
                    <a:pt x="939825" y="1110221"/>
                  </a:lnTo>
                  <a:lnTo>
                    <a:pt x="941057" y="1107605"/>
                  </a:lnTo>
                  <a:lnTo>
                    <a:pt x="943864" y="1102372"/>
                  </a:lnTo>
                  <a:lnTo>
                    <a:pt x="946721" y="1094587"/>
                  </a:lnTo>
                  <a:lnTo>
                    <a:pt x="946873" y="1089494"/>
                  </a:lnTo>
                  <a:lnTo>
                    <a:pt x="946924" y="1086954"/>
                  </a:lnTo>
                  <a:lnTo>
                    <a:pt x="947305" y="1086929"/>
                  </a:lnTo>
                  <a:lnTo>
                    <a:pt x="947699" y="1084364"/>
                  </a:lnTo>
                  <a:lnTo>
                    <a:pt x="948931" y="1084287"/>
                  </a:lnTo>
                  <a:lnTo>
                    <a:pt x="949274" y="1080465"/>
                  </a:lnTo>
                  <a:lnTo>
                    <a:pt x="950099" y="1080414"/>
                  </a:lnTo>
                  <a:lnTo>
                    <a:pt x="950099" y="1077874"/>
                  </a:lnTo>
                  <a:lnTo>
                    <a:pt x="949540" y="1075359"/>
                  </a:lnTo>
                  <a:lnTo>
                    <a:pt x="950391" y="1075309"/>
                  </a:lnTo>
                  <a:lnTo>
                    <a:pt x="950214" y="1072781"/>
                  </a:lnTo>
                  <a:lnTo>
                    <a:pt x="949972" y="1072794"/>
                  </a:lnTo>
                  <a:lnTo>
                    <a:pt x="924064" y="1074191"/>
                  </a:lnTo>
                  <a:lnTo>
                    <a:pt x="924064" y="1081811"/>
                  </a:lnTo>
                  <a:lnTo>
                    <a:pt x="888657" y="1083716"/>
                  </a:lnTo>
                  <a:lnTo>
                    <a:pt x="888619" y="1081163"/>
                  </a:lnTo>
                  <a:lnTo>
                    <a:pt x="888847" y="1081151"/>
                  </a:lnTo>
                  <a:lnTo>
                    <a:pt x="888987" y="1083691"/>
                  </a:lnTo>
                  <a:lnTo>
                    <a:pt x="924064" y="1081811"/>
                  </a:lnTo>
                  <a:lnTo>
                    <a:pt x="924064" y="1074191"/>
                  </a:lnTo>
                  <a:lnTo>
                    <a:pt x="887818" y="1076121"/>
                  </a:lnTo>
                  <a:lnTo>
                    <a:pt x="887869" y="1078661"/>
                  </a:lnTo>
                  <a:lnTo>
                    <a:pt x="887907" y="1081201"/>
                  </a:lnTo>
                  <a:lnTo>
                    <a:pt x="887996" y="1083741"/>
                  </a:lnTo>
                  <a:lnTo>
                    <a:pt x="888098" y="1087551"/>
                  </a:lnTo>
                  <a:lnTo>
                    <a:pt x="888009" y="1090104"/>
                  </a:lnTo>
                  <a:lnTo>
                    <a:pt x="911047" y="1088872"/>
                  </a:lnTo>
                  <a:lnTo>
                    <a:pt x="887857" y="1090117"/>
                  </a:lnTo>
                  <a:lnTo>
                    <a:pt x="886523" y="1095273"/>
                  </a:lnTo>
                  <a:lnTo>
                    <a:pt x="890879" y="1095032"/>
                  </a:lnTo>
                  <a:lnTo>
                    <a:pt x="890308" y="1097610"/>
                  </a:lnTo>
                  <a:lnTo>
                    <a:pt x="890498" y="1097597"/>
                  </a:lnTo>
                  <a:lnTo>
                    <a:pt x="891006" y="1100112"/>
                  </a:lnTo>
                  <a:lnTo>
                    <a:pt x="891159" y="1100112"/>
                  </a:lnTo>
                  <a:lnTo>
                    <a:pt x="891413" y="1102474"/>
                  </a:lnTo>
                  <a:lnTo>
                    <a:pt x="891540" y="1102474"/>
                  </a:lnTo>
                  <a:lnTo>
                    <a:pt x="891425" y="1102639"/>
                  </a:lnTo>
                  <a:lnTo>
                    <a:pt x="889622" y="1105281"/>
                  </a:lnTo>
                  <a:lnTo>
                    <a:pt x="890282" y="1105242"/>
                  </a:lnTo>
                  <a:lnTo>
                    <a:pt x="889901" y="1107808"/>
                  </a:lnTo>
                  <a:lnTo>
                    <a:pt x="890422" y="1110322"/>
                  </a:lnTo>
                  <a:lnTo>
                    <a:pt x="890892" y="1107757"/>
                  </a:lnTo>
                  <a:lnTo>
                    <a:pt x="891133" y="1107744"/>
                  </a:lnTo>
                  <a:lnTo>
                    <a:pt x="891324" y="1110272"/>
                  </a:lnTo>
                  <a:lnTo>
                    <a:pt x="892213" y="1110234"/>
                  </a:lnTo>
                  <a:lnTo>
                    <a:pt x="892213" y="1112774"/>
                  </a:lnTo>
                  <a:lnTo>
                    <a:pt x="892073" y="1112774"/>
                  </a:lnTo>
                  <a:lnTo>
                    <a:pt x="890498" y="1115402"/>
                  </a:lnTo>
                  <a:lnTo>
                    <a:pt x="886231" y="1118184"/>
                  </a:lnTo>
                  <a:lnTo>
                    <a:pt x="880300" y="1121041"/>
                  </a:lnTo>
                  <a:lnTo>
                    <a:pt x="871829" y="1130401"/>
                  </a:lnTo>
                  <a:lnTo>
                    <a:pt x="865517" y="1135824"/>
                  </a:lnTo>
                  <a:lnTo>
                    <a:pt x="861618" y="1138580"/>
                  </a:lnTo>
                  <a:lnTo>
                    <a:pt x="860145" y="1143749"/>
                  </a:lnTo>
                  <a:lnTo>
                    <a:pt x="859713" y="1146314"/>
                  </a:lnTo>
                  <a:lnTo>
                    <a:pt x="859561" y="1148867"/>
                  </a:lnTo>
                  <a:lnTo>
                    <a:pt x="859269" y="1151420"/>
                  </a:lnTo>
                  <a:lnTo>
                    <a:pt x="858989" y="1151432"/>
                  </a:lnTo>
                  <a:lnTo>
                    <a:pt x="858456" y="1154010"/>
                  </a:lnTo>
                  <a:lnTo>
                    <a:pt x="858824" y="1159078"/>
                  </a:lnTo>
                  <a:lnTo>
                    <a:pt x="859726" y="1161567"/>
                  </a:lnTo>
                  <a:lnTo>
                    <a:pt x="860107" y="1161554"/>
                  </a:lnTo>
                  <a:lnTo>
                    <a:pt x="860666" y="1164069"/>
                  </a:lnTo>
                  <a:lnTo>
                    <a:pt x="861885" y="1175448"/>
                  </a:lnTo>
                  <a:lnTo>
                    <a:pt x="863714" y="1185519"/>
                  </a:lnTo>
                  <a:lnTo>
                    <a:pt x="864565" y="1188021"/>
                  </a:lnTo>
                  <a:lnTo>
                    <a:pt x="865073" y="1190536"/>
                  </a:lnTo>
                  <a:lnTo>
                    <a:pt x="865492" y="1193063"/>
                  </a:lnTo>
                  <a:lnTo>
                    <a:pt x="866038" y="1203198"/>
                  </a:lnTo>
                  <a:lnTo>
                    <a:pt x="867397" y="1210767"/>
                  </a:lnTo>
                  <a:lnTo>
                    <a:pt x="870800" y="1224572"/>
                  </a:lnTo>
                  <a:lnTo>
                    <a:pt x="871029" y="1227099"/>
                  </a:lnTo>
                  <a:lnTo>
                    <a:pt x="870254" y="1232230"/>
                  </a:lnTo>
                  <a:lnTo>
                    <a:pt x="869873" y="1232255"/>
                  </a:lnTo>
                  <a:lnTo>
                    <a:pt x="869594" y="1234808"/>
                  </a:lnTo>
                  <a:lnTo>
                    <a:pt x="869340" y="1237361"/>
                  </a:lnTo>
                  <a:lnTo>
                    <a:pt x="869061" y="1239926"/>
                  </a:lnTo>
                  <a:lnTo>
                    <a:pt x="868730" y="1239939"/>
                  </a:lnTo>
                  <a:lnTo>
                    <a:pt x="867956" y="1242529"/>
                  </a:lnTo>
                  <a:lnTo>
                    <a:pt x="867511" y="1250188"/>
                  </a:lnTo>
                  <a:lnTo>
                    <a:pt x="867930" y="1255242"/>
                  </a:lnTo>
                  <a:lnTo>
                    <a:pt x="868108" y="1257782"/>
                  </a:lnTo>
                  <a:lnTo>
                    <a:pt x="867892" y="1261605"/>
                  </a:lnTo>
                  <a:lnTo>
                    <a:pt x="867117" y="1266736"/>
                  </a:lnTo>
                  <a:lnTo>
                    <a:pt x="867016" y="1269288"/>
                  </a:lnTo>
                  <a:lnTo>
                    <a:pt x="867435" y="1269276"/>
                  </a:lnTo>
                  <a:lnTo>
                    <a:pt x="867105" y="1271828"/>
                  </a:lnTo>
                  <a:lnTo>
                    <a:pt x="866584" y="1274394"/>
                  </a:lnTo>
                  <a:lnTo>
                    <a:pt x="866152" y="1276959"/>
                  </a:lnTo>
                  <a:lnTo>
                    <a:pt x="865759" y="1279525"/>
                  </a:lnTo>
                  <a:lnTo>
                    <a:pt x="865238" y="1282103"/>
                  </a:lnTo>
                  <a:lnTo>
                    <a:pt x="864768" y="1282128"/>
                  </a:lnTo>
                  <a:lnTo>
                    <a:pt x="864704" y="1284668"/>
                  </a:lnTo>
                  <a:lnTo>
                    <a:pt x="865251" y="1294815"/>
                  </a:lnTo>
                  <a:lnTo>
                    <a:pt x="867321" y="1299794"/>
                  </a:lnTo>
                  <a:lnTo>
                    <a:pt x="870648" y="1305979"/>
                  </a:lnTo>
                  <a:lnTo>
                    <a:pt x="871982" y="1305902"/>
                  </a:lnTo>
                  <a:lnTo>
                    <a:pt x="872871" y="1310944"/>
                  </a:lnTo>
                  <a:lnTo>
                    <a:pt x="872959" y="1313484"/>
                  </a:lnTo>
                  <a:lnTo>
                    <a:pt x="873137" y="1318564"/>
                  </a:lnTo>
                  <a:lnTo>
                    <a:pt x="873239" y="1321092"/>
                  </a:lnTo>
                  <a:lnTo>
                    <a:pt x="873633" y="1331252"/>
                  </a:lnTo>
                  <a:lnTo>
                    <a:pt x="874001" y="1336319"/>
                  </a:lnTo>
                  <a:lnTo>
                    <a:pt x="874179" y="1338846"/>
                  </a:lnTo>
                  <a:lnTo>
                    <a:pt x="875004" y="1343901"/>
                  </a:lnTo>
                  <a:lnTo>
                    <a:pt x="876312" y="1347635"/>
                  </a:lnTo>
                  <a:lnTo>
                    <a:pt x="880491" y="1360131"/>
                  </a:lnTo>
                  <a:lnTo>
                    <a:pt x="881481" y="1365173"/>
                  </a:lnTo>
                  <a:lnTo>
                    <a:pt x="881888" y="1372781"/>
                  </a:lnTo>
                  <a:lnTo>
                    <a:pt x="881214" y="1375359"/>
                  </a:lnTo>
                  <a:lnTo>
                    <a:pt x="879182" y="1375473"/>
                  </a:lnTo>
                  <a:lnTo>
                    <a:pt x="878751" y="1378038"/>
                  </a:lnTo>
                  <a:lnTo>
                    <a:pt x="877709" y="1378089"/>
                  </a:lnTo>
                  <a:lnTo>
                    <a:pt x="877227" y="1380655"/>
                  </a:lnTo>
                  <a:lnTo>
                    <a:pt x="875233" y="1380769"/>
                  </a:lnTo>
                  <a:lnTo>
                    <a:pt x="872197" y="1383474"/>
                  </a:lnTo>
                  <a:lnTo>
                    <a:pt x="869200" y="1386179"/>
                  </a:lnTo>
                  <a:lnTo>
                    <a:pt x="864044" y="1395361"/>
                  </a:lnTo>
                  <a:lnTo>
                    <a:pt x="856945" y="1400822"/>
                  </a:lnTo>
                  <a:lnTo>
                    <a:pt x="853782" y="1406080"/>
                  </a:lnTo>
                  <a:lnTo>
                    <a:pt x="852043" y="1411262"/>
                  </a:lnTo>
                  <a:lnTo>
                    <a:pt x="851154" y="1416392"/>
                  </a:lnTo>
                  <a:lnTo>
                    <a:pt x="848512" y="1419085"/>
                  </a:lnTo>
                  <a:lnTo>
                    <a:pt x="845375" y="1424343"/>
                  </a:lnTo>
                  <a:lnTo>
                    <a:pt x="840409" y="1429689"/>
                  </a:lnTo>
                  <a:lnTo>
                    <a:pt x="836510" y="1438808"/>
                  </a:lnTo>
                  <a:lnTo>
                    <a:pt x="832878" y="1446631"/>
                  </a:lnTo>
                  <a:lnTo>
                    <a:pt x="829170" y="1457007"/>
                  </a:lnTo>
                  <a:lnTo>
                    <a:pt x="828687" y="1457032"/>
                  </a:lnTo>
                  <a:lnTo>
                    <a:pt x="827493" y="1459636"/>
                  </a:lnTo>
                  <a:lnTo>
                    <a:pt x="826452" y="1462239"/>
                  </a:lnTo>
                  <a:lnTo>
                    <a:pt x="825207" y="1462303"/>
                  </a:lnTo>
                  <a:lnTo>
                    <a:pt x="823442" y="1464945"/>
                  </a:lnTo>
                  <a:lnTo>
                    <a:pt x="822401" y="1467535"/>
                  </a:lnTo>
                  <a:lnTo>
                    <a:pt x="821410" y="1470139"/>
                  </a:lnTo>
                  <a:lnTo>
                    <a:pt x="820356" y="1472742"/>
                  </a:lnTo>
                  <a:lnTo>
                    <a:pt x="819734" y="1472768"/>
                  </a:lnTo>
                  <a:lnTo>
                    <a:pt x="819251" y="1475346"/>
                  </a:lnTo>
                  <a:lnTo>
                    <a:pt x="818273" y="1475397"/>
                  </a:lnTo>
                  <a:lnTo>
                    <a:pt x="817854" y="1477962"/>
                  </a:lnTo>
                  <a:lnTo>
                    <a:pt x="817549" y="1477975"/>
                  </a:lnTo>
                  <a:lnTo>
                    <a:pt x="816991" y="1481823"/>
                  </a:lnTo>
                  <a:lnTo>
                    <a:pt x="818896" y="1484261"/>
                  </a:lnTo>
                  <a:lnTo>
                    <a:pt x="824712" y="1489036"/>
                  </a:lnTo>
                  <a:lnTo>
                    <a:pt x="827455" y="1491437"/>
                  </a:lnTo>
                  <a:lnTo>
                    <a:pt x="832129" y="1496275"/>
                  </a:lnTo>
                  <a:lnTo>
                    <a:pt x="835101" y="1501203"/>
                  </a:lnTo>
                  <a:lnTo>
                    <a:pt x="840879" y="1505978"/>
                  </a:lnTo>
                  <a:lnTo>
                    <a:pt x="846086" y="1510779"/>
                  </a:lnTo>
                  <a:lnTo>
                    <a:pt x="852449" y="1510449"/>
                  </a:lnTo>
                  <a:lnTo>
                    <a:pt x="862393" y="1512455"/>
                  </a:lnTo>
                  <a:lnTo>
                    <a:pt x="880821" y="1511465"/>
                  </a:lnTo>
                  <a:lnTo>
                    <a:pt x="883793" y="1508772"/>
                  </a:lnTo>
                  <a:lnTo>
                    <a:pt x="885520" y="1508671"/>
                  </a:lnTo>
                  <a:lnTo>
                    <a:pt x="885520" y="1506131"/>
                  </a:lnTo>
                  <a:lnTo>
                    <a:pt x="885482" y="1503578"/>
                  </a:lnTo>
                  <a:lnTo>
                    <a:pt x="884859" y="1503616"/>
                  </a:lnTo>
                  <a:lnTo>
                    <a:pt x="884351" y="1501101"/>
                  </a:lnTo>
                  <a:lnTo>
                    <a:pt x="883259" y="1501165"/>
                  </a:lnTo>
                  <a:lnTo>
                    <a:pt x="882561" y="1498650"/>
                  </a:lnTo>
                  <a:lnTo>
                    <a:pt x="878713" y="1498854"/>
                  </a:lnTo>
                  <a:lnTo>
                    <a:pt x="873086" y="1496618"/>
                  </a:lnTo>
                  <a:lnTo>
                    <a:pt x="869734" y="1494256"/>
                  </a:lnTo>
                  <a:lnTo>
                    <a:pt x="868121" y="1491792"/>
                  </a:lnTo>
                  <a:lnTo>
                    <a:pt x="866470" y="1489341"/>
                  </a:lnTo>
                  <a:lnTo>
                    <a:pt x="862482" y="1481924"/>
                  </a:lnTo>
                  <a:lnTo>
                    <a:pt x="862342" y="1479384"/>
                  </a:lnTo>
                  <a:lnTo>
                    <a:pt x="863879" y="1475486"/>
                  </a:lnTo>
                  <a:lnTo>
                    <a:pt x="865593" y="1470317"/>
                  </a:lnTo>
                  <a:lnTo>
                    <a:pt x="867549" y="1465122"/>
                  </a:lnTo>
                  <a:lnTo>
                    <a:pt x="868184" y="1457452"/>
                  </a:lnTo>
                  <a:lnTo>
                    <a:pt x="866914" y="1452435"/>
                  </a:lnTo>
                  <a:lnTo>
                    <a:pt x="866114" y="1449933"/>
                  </a:lnTo>
                  <a:lnTo>
                    <a:pt x="867168" y="1447330"/>
                  </a:lnTo>
                  <a:lnTo>
                    <a:pt x="867778" y="1447304"/>
                  </a:lnTo>
                  <a:lnTo>
                    <a:pt x="868972" y="1444688"/>
                  </a:lnTo>
                  <a:lnTo>
                    <a:pt x="869924" y="1444637"/>
                  </a:lnTo>
                  <a:lnTo>
                    <a:pt x="871677" y="1442008"/>
                  </a:lnTo>
                  <a:lnTo>
                    <a:pt x="877379" y="1434071"/>
                  </a:lnTo>
                  <a:lnTo>
                    <a:pt x="883310" y="1424851"/>
                  </a:lnTo>
                  <a:lnTo>
                    <a:pt x="891044" y="1416799"/>
                  </a:lnTo>
                  <a:lnTo>
                    <a:pt x="898613" y="1408760"/>
                  </a:lnTo>
                  <a:lnTo>
                    <a:pt x="907084" y="1400683"/>
                  </a:lnTo>
                  <a:lnTo>
                    <a:pt x="912253" y="1397863"/>
                  </a:lnTo>
                  <a:lnTo>
                    <a:pt x="915911" y="1392567"/>
                  </a:lnTo>
                  <a:lnTo>
                    <a:pt x="918616" y="1389888"/>
                  </a:lnTo>
                  <a:lnTo>
                    <a:pt x="919695" y="1386014"/>
                  </a:lnTo>
                  <a:lnTo>
                    <a:pt x="920369" y="1383436"/>
                  </a:lnTo>
                  <a:lnTo>
                    <a:pt x="920648" y="1383411"/>
                  </a:lnTo>
                  <a:lnTo>
                    <a:pt x="921600" y="1380820"/>
                  </a:lnTo>
                  <a:lnTo>
                    <a:pt x="922515" y="1378229"/>
                  </a:lnTo>
                  <a:lnTo>
                    <a:pt x="923747" y="1375625"/>
                  </a:lnTo>
                  <a:lnTo>
                    <a:pt x="924509" y="1375575"/>
                  </a:lnTo>
                  <a:lnTo>
                    <a:pt x="924839" y="1373022"/>
                  </a:lnTo>
                  <a:lnTo>
                    <a:pt x="925080" y="1370457"/>
                  </a:lnTo>
                  <a:lnTo>
                    <a:pt x="925804" y="1367878"/>
                  </a:lnTo>
                  <a:lnTo>
                    <a:pt x="927239" y="1360170"/>
                  </a:lnTo>
                  <a:lnTo>
                    <a:pt x="928636" y="1349921"/>
                  </a:lnTo>
                  <a:lnTo>
                    <a:pt x="928966" y="1341005"/>
                  </a:lnTo>
                  <a:lnTo>
                    <a:pt x="929563" y="1334604"/>
                  </a:lnTo>
                  <a:lnTo>
                    <a:pt x="933996" y="1338186"/>
                  </a:lnTo>
                  <a:lnTo>
                    <a:pt x="936612" y="1344409"/>
                  </a:lnTo>
                  <a:lnTo>
                    <a:pt x="940104" y="1349311"/>
                  </a:lnTo>
                  <a:lnTo>
                    <a:pt x="941806" y="1349209"/>
                  </a:lnTo>
                  <a:lnTo>
                    <a:pt x="952538" y="1361363"/>
                  </a:lnTo>
                  <a:lnTo>
                    <a:pt x="953998" y="1363827"/>
                  </a:lnTo>
                  <a:lnTo>
                    <a:pt x="955509" y="1366291"/>
                  </a:lnTo>
                  <a:lnTo>
                    <a:pt x="956449" y="1368780"/>
                  </a:lnTo>
                  <a:lnTo>
                    <a:pt x="957338" y="1371269"/>
                  </a:lnTo>
                  <a:lnTo>
                    <a:pt x="957719" y="1371257"/>
                  </a:lnTo>
                  <a:lnTo>
                    <a:pt x="958469" y="1373759"/>
                  </a:lnTo>
                  <a:lnTo>
                    <a:pt x="959840" y="1376222"/>
                  </a:lnTo>
                  <a:lnTo>
                    <a:pt x="960361" y="1376197"/>
                  </a:lnTo>
                  <a:lnTo>
                    <a:pt x="960501" y="1378737"/>
                  </a:lnTo>
                  <a:lnTo>
                    <a:pt x="961440" y="1378686"/>
                  </a:lnTo>
                  <a:lnTo>
                    <a:pt x="962431" y="1381175"/>
                  </a:lnTo>
                  <a:lnTo>
                    <a:pt x="962621" y="1381163"/>
                  </a:lnTo>
                  <a:lnTo>
                    <a:pt x="962875" y="1383690"/>
                  </a:lnTo>
                  <a:lnTo>
                    <a:pt x="963980" y="1395082"/>
                  </a:lnTo>
                  <a:lnTo>
                    <a:pt x="964679" y="1400136"/>
                  </a:lnTo>
                  <a:lnTo>
                    <a:pt x="965098" y="1402651"/>
                  </a:lnTo>
                  <a:lnTo>
                    <a:pt x="965987" y="1407693"/>
                  </a:lnTo>
                  <a:lnTo>
                    <a:pt x="969238" y="1417688"/>
                  </a:lnTo>
                  <a:lnTo>
                    <a:pt x="971689" y="1422654"/>
                  </a:lnTo>
                  <a:lnTo>
                    <a:pt x="975106" y="1431366"/>
                  </a:lnTo>
                  <a:lnTo>
                    <a:pt x="977366" y="1436331"/>
                  </a:lnTo>
                  <a:lnTo>
                    <a:pt x="978814" y="1441348"/>
                  </a:lnTo>
                  <a:lnTo>
                    <a:pt x="979614" y="1443850"/>
                  </a:lnTo>
                  <a:lnTo>
                    <a:pt x="980986" y="1446314"/>
                  </a:lnTo>
                  <a:lnTo>
                    <a:pt x="981976" y="1448803"/>
                  </a:lnTo>
                  <a:lnTo>
                    <a:pt x="982878" y="1448752"/>
                  </a:lnTo>
                  <a:lnTo>
                    <a:pt x="984478" y="1453756"/>
                  </a:lnTo>
                  <a:lnTo>
                    <a:pt x="986028" y="1456220"/>
                  </a:lnTo>
                  <a:lnTo>
                    <a:pt x="987298" y="1458696"/>
                  </a:lnTo>
                  <a:lnTo>
                    <a:pt x="988098" y="1461198"/>
                  </a:lnTo>
                  <a:lnTo>
                    <a:pt x="988771" y="1461160"/>
                  </a:lnTo>
                  <a:lnTo>
                    <a:pt x="990130" y="1463624"/>
                  </a:lnTo>
                  <a:lnTo>
                    <a:pt x="991209" y="1468653"/>
                  </a:lnTo>
                  <a:lnTo>
                    <a:pt x="992263" y="1472412"/>
                  </a:lnTo>
                  <a:lnTo>
                    <a:pt x="994435" y="1477391"/>
                  </a:lnTo>
                  <a:lnTo>
                    <a:pt x="996124" y="1482382"/>
                  </a:lnTo>
                  <a:lnTo>
                    <a:pt x="997737" y="1484845"/>
                  </a:lnTo>
                  <a:lnTo>
                    <a:pt x="1044816" y="1482318"/>
                  </a:lnTo>
                  <a:close/>
                </a:path>
                <a:path w="2320925" h="3104515">
                  <a:moveTo>
                    <a:pt x="1080211" y="1480413"/>
                  </a:moveTo>
                  <a:lnTo>
                    <a:pt x="1077417" y="1478026"/>
                  </a:lnTo>
                  <a:lnTo>
                    <a:pt x="1075093" y="1478153"/>
                  </a:lnTo>
                  <a:lnTo>
                    <a:pt x="1071219" y="1475816"/>
                  </a:lnTo>
                  <a:lnTo>
                    <a:pt x="1069365" y="1475917"/>
                  </a:lnTo>
                  <a:lnTo>
                    <a:pt x="1062405" y="1478826"/>
                  </a:lnTo>
                  <a:lnTo>
                    <a:pt x="1056665" y="1481683"/>
                  </a:lnTo>
                  <a:lnTo>
                    <a:pt x="997737" y="1484845"/>
                  </a:lnTo>
                  <a:lnTo>
                    <a:pt x="999947" y="1489811"/>
                  </a:lnTo>
                  <a:lnTo>
                    <a:pt x="1001115" y="1494840"/>
                  </a:lnTo>
                  <a:lnTo>
                    <a:pt x="1003147" y="1499819"/>
                  </a:lnTo>
                  <a:lnTo>
                    <a:pt x="1004747" y="1502270"/>
                  </a:lnTo>
                  <a:lnTo>
                    <a:pt x="1006919" y="1504696"/>
                  </a:lnTo>
                  <a:lnTo>
                    <a:pt x="1008100" y="1507185"/>
                  </a:lnTo>
                  <a:lnTo>
                    <a:pt x="1007668" y="1507197"/>
                  </a:lnTo>
                  <a:lnTo>
                    <a:pt x="1007427" y="1509763"/>
                  </a:lnTo>
                  <a:lnTo>
                    <a:pt x="1009230" y="1512201"/>
                  </a:lnTo>
                  <a:lnTo>
                    <a:pt x="1016800" y="1511795"/>
                  </a:lnTo>
                  <a:lnTo>
                    <a:pt x="1027087" y="1508709"/>
                  </a:lnTo>
                  <a:lnTo>
                    <a:pt x="1034821" y="1505750"/>
                  </a:lnTo>
                  <a:lnTo>
                    <a:pt x="1039139" y="1502968"/>
                  </a:lnTo>
                  <a:lnTo>
                    <a:pt x="1048461" y="1499933"/>
                  </a:lnTo>
                  <a:lnTo>
                    <a:pt x="1055471" y="1497012"/>
                  </a:lnTo>
                  <a:lnTo>
                    <a:pt x="1061021" y="1496707"/>
                  </a:lnTo>
                  <a:lnTo>
                    <a:pt x="1065580" y="1493926"/>
                  </a:lnTo>
                  <a:lnTo>
                    <a:pt x="1069809" y="1491157"/>
                  </a:lnTo>
                  <a:lnTo>
                    <a:pt x="1079487" y="1483004"/>
                  </a:lnTo>
                  <a:lnTo>
                    <a:pt x="1079817" y="1482979"/>
                  </a:lnTo>
                  <a:lnTo>
                    <a:pt x="1080211" y="1480413"/>
                  </a:lnTo>
                  <a:close/>
                </a:path>
                <a:path w="2320925" h="3104515">
                  <a:moveTo>
                    <a:pt x="1368755" y="1483550"/>
                  </a:moveTo>
                  <a:lnTo>
                    <a:pt x="1367815" y="1481061"/>
                  </a:lnTo>
                  <a:lnTo>
                    <a:pt x="1367485" y="1481074"/>
                  </a:lnTo>
                  <a:lnTo>
                    <a:pt x="1366812" y="1483652"/>
                  </a:lnTo>
                  <a:lnTo>
                    <a:pt x="1368755" y="1483550"/>
                  </a:lnTo>
                  <a:close/>
                </a:path>
                <a:path w="2320925" h="3104515">
                  <a:moveTo>
                    <a:pt x="1376311" y="1490776"/>
                  </a:moveTo>
                  <a:lnTo>
                    <a:pt x="1376184" y="1488236"/>
                  </a:lnTo>
                  <a:lnTo>
                    <a:pt x="1375143" y="1488300"/>
                  </a:lnTo>
                  <a:lnTo>
                    <a:pt x="1374622" y="1485785"/>
                  </a:lnTo>
                  <a:lnTo>
                    <a:pt x="1374152" y="1485811"/>
                  </a:lnTo>
                  <a:lnTo>
                    <a:pt x="1371981" y="1483385"/>
                  </a:lnTo>
                  <a:lnTo>
                    <a:pt x="1369136" y="1483537"/>
                  </a:lnTo>
                  <a:lnTo>
                    <a:pt x="1369402" y="1486065"/>
                  </a:lnTo>
                  <a:lnTo>
                    <a:pt x="1369123" y="1486077"/>
                  </a:lnTo>
                  <a:lnTo>
                    <a:pt x="1369136" y="1483537"/>
                  </a:lnTo>
                  <a:lnTo>
                    <a:pt x="1366151" y="1483690"/>
                  </a:lnTo>
                  <a:lnTo>
                    <a:pt x="1366494" y="1481137"/>
                  </a:lnTo>
                  <a:lnTo>
                    <a:pt x="1357439" y="1481620"/>
                  </a:lnTo>
                  <a:lnTo>
                    <a:pt x="1355547" y="1479169"/>
                  </a:lnTo>
                  <a:lnTo>
                    <a:pt x="1354886" y="1481759"/>
                  </a:lnTo>
                  <a:lnTo>
                    <a:pt x="1352981" y="1481861"/>
                  </a:lnTo>
                  <a:lnTo>
                    <a:pt x="1352283" y="1479346"/>
                  </a:lnTo>
                  <a:lnTo>
                    <a:pt x="1351432" y="1479397"/>
                  </a:lnTo>
                  <a:lnTo>
                    <a:pt x="1350619" y="1481988"/>
                  </a:lnTo>
                  <a:lnTo>
                    <a:pt x="1349921" y="1479473"/>
                  </a:lnTo>
                  <a:lnTo>
                    <a:pt x="1348867" y="1479537"/>
                  </a:lnTo>
                  <a:lnTo>
                    <a:pt x="1348536" y="1482090"/>
                  </a:lnTo>
                  <a:lnTo>
                    <a:pt x="1349768" y="1482039"/>
                  </a:lnTo>
                  <a:lnTo>
                    <a:pt x="1348244" y="1482115"/>
                  </a:lnTo>
                  <a:lnTo>
                    <a:pt x="1347685" y="1479600"/>
                  </a:lnTo>
                  <a:lnTo>
                    <a:pt x="1339303" y="1480045"/>
                  </a:lnTo>
                  <a:lnTo>
                    <a:pt x="1339253" y="1482598"/>
                  </a:lnTo>
                  <a:lnTo>
                    <a:pt x="1336979" y="1482712"/>
                  </a:lnTo>
                  <a:lnTo>
                    <a:pt x="1329690" y="1480566"/>
                  </a:lnTo>
                  <a:lnTo>
                    <a:pt x="1320876" y="1483575"/>
                  </a:lnTo>
                  <a:lnTo>
                    <a:pt x="1315453" y="1488960"/>
                  </a:lnTo>
                  <a:lnTo>
                    <a:pt x="1312329" y="1491665"/>
                  </a:lnTo>
                  <a:lnTo>
                    <a:pt x="1310132" y="1496872"/>
                  </a:lnTo>
                  <a:lnTo>
                    <a:pt x="1310259" y="1499412"/>
                  </a:lnTo>
                  <a:lnTo>
                    <a:pt x="1308760" y="1499489"/>
                  </a:lnTo>
                  <a:lnTo>
                    <a:pt x="1308163" y="1504315"/>
                  </a:lnTo>
                  <a:lnTo>
                    <a:pt x="1308265" y="1507147"/>
                  </a:lnTo>
                  <a:lnTo>
                    <a:pt x="1308252" y="1509687"/>
                  </a:lnTo>
                  <a:lnTo>
                    <a:pt x="1370215" y="1506372"/>
                  </a:lnTo>
                  <a:lnTo>
                    <a:pt x="1371269" y="1503768"/>
                  </a:lnTo>
                  <a:lnTo>
                    <a:pt x="1371180" y="1501228"/>
                  </a:lnTo>
                  <a:lnTo>
                    <a:pt x="1371701" y="1501203"/>
                  </a:lnTo>
                  <a:lnTo>
                    <a:pt x="1371765" y="1500898"/>
                  </a:lnTo>
                  <a:lnTo>
                    <a:pt x="1372222" y="1498625"/>
                  </a:lnTo>
                  <a:lnTo>
                    <a:pt x="1372692" y="1496072"/>
                  </a:lnTo>
                  <a:lnTo>
                    <a:pt x="1373276" y="1496034"/>
                  </a:lnTo>
                  <a:lnTo>
                    <a:pt x="1373466" y="1493481"/>
                  </a:lnTo>
                  <a:lnTo>
                    <a:pt x="1374559" y="1493418"/>
                  </a:lnTo>
                  <a:lnTo>
                    <a:pt x="1376311" y="1490776"/>
                  </a:lnTo>
                  <a:close/>
                </a:path>
                <a:path w="2320925" h="3104515">
                  <a:moveTo>
                    <a:pt x="1465059" y="1915896"/>
                  </a:moveTo>
                  <a:lnTo>
                    <a:pt x="1461516" y="1913547"/>
                  </a:lnTo>
                  <a:lnTo>
                    <a:pt x="1451622" y="1911527"/>
                  </a:lnTo>
                  <a:lnTo>
                    <a:pt x="1449971" y="1909076"/>
                  </a:lnTo>
                  <a:lnTo>
                    <a:pt x="1449158" y="1909114"/>
                  </a:lnTo>
                  <a:lnTo>
                    <a:pt x="1449260" y="1906574"/>
                  </a:lnTo>
                  <a:lnTo>
                    <a:pt x="1449412" y="1904022"/>
                  </a:lnTo>
                  <a:lnTo>
                    <a:pt x="1449120" y="1900212"/>
                  </a:lnTo>
                  <a:lnTo>
                    <a:pt x="1447088" y="1897786"/>
                  </a:lnTo>
                  <a:lnTo>
                    <a:pt x="1445475" y="1895322"/>
                  </a:lnTo>
                  <a:lnTo>
                    <a:pt x="1444345" y="1895386"/>
                  </a:lnTo>
                  <a:lnTo>
                    <a:pt x="1440370" y="1890509"/>
                  </a:lnTo>
                  <a:lnTo>
                    <a:pt x="1439900" y="1890534"/>
                  </a:lnTo>
                  <a:lnTo>
                    <a:pt x="1439265" y="1880400"/>
                  </a:lnTo>
                  <a:lnTo>
                    <a:pt x="1437424" y="1877949"/>
                  </a:lnTo>
                  <a:lnTo>
                    <a:pt x="1435671" y="1875497"/>
                  </a:lnTo>
                  <a:lnTo>
                    <a:pt x="1435531" y="1875510"/>
                  </a:lnTo>
                  <a:lnTo>
                    <a:pt x="1435112" y="1872983"/>
                  </a:lnTo>
                  <a:lnTo>
                    <a:pt x="1434833" y="1870456"/>
                  </a:lnTo>
                  <a:lnTo>
                    <a:pt x="1433436" y="1862899"/>
                  </a:lnTo>
                  <a:lnTo>
                    <a:pt x="1431861" y="1854085"/>
                  </a:lnTo>
                  <a:lnTo>
                    <a:pt x="1430553" y="1849069"/>
                  </a:lnTo>
                  <a:lnTo>
                    <a:pt x="1429054" y="1841512"/>
                  </a:lnTo>
                  <a:lnTo>
                    <a:pt x="1428673" y="1838998"/>
                  </a:lnTo>
                  <a:lnTo>
                    <a:pt x="1428254" y="1836470"/>
                  </a:lnTo>
                  <a:lnTo>
                    <a:pt x="1427695" y="1836508"/>
                  </a:lnTo>
                  <a:lnTo>
                    <a:pt x="1427086" y="1833994"/>
                  </a:lnTo>
                  <a:lnTo>
                    <a:pt x="1426603" y="1834019"/>
                  </a:lnTo>
                  <a:lnTo>
                    <a:pt x="1425956" y="1831505"/>
                  </a:lnTo>
                  <a:lnTo>
                    <a:pt x="1425435" y="1828990"/>
                  </a:lnTo>
                  <a:lnTo>
                    <a:pt x="1424546" y="1826501"/>
                  </a:lnTo>
                  <a:lnTo>
                    <a:pt x="1423784" y="1826539"/>
                  </a:lnTo>
                  <a:lnTo>
                    <a:pt x="1422133" y="1821535"/>
                  </a:lnTo>
                  <a:lnTo>
                    <a:pt x="1422374" y="1818982"/>
                  </a:lnTo>
                  <a:lnTo>
                    <a:pt x="1422425" y="1812620"/>
                  </a:lnTo>
                  <a:lnTo>
                    <a:pt x="1421587" y="1805038"/>
                  </a:lnTo>
                  <a:lnTo>
                    <a:pt x="1420456" y="1800009"/>
                  </a:lnTo>
                  <a:lnTo>
                    <a:pt x="1420037" y="1797481"/>
                  </a:lnTo>
                  <a:lnTo>
                    <a:pt x="1419237" y="1794992"/>
                  </a:lnTo>
                  <a:lnTo>
                    <a:pt x="1417878" y="1792516"/>
                  </a:lnTo>
                  <a:lnTo>
                    <a:pt x="1416037" y="1790077"/>
                  </a:lnTo>
                  <a:lnTo>
                    <a:pt x="1415821" y="1787537"/>
                  </a:lnTo>
                  <a:lnTo>
                    <a:pt x="1415618" y="1785010"/>
                  </a:lnTo>
                  <a:lnTo>
                    <a:pt x="1414640" y="1777428"/>
                  </a:lnTo>
                  <a:lnTo>
                    <a:pt x="1412773" y="1768627"/>
                  </a:lnTo>
                  <a:lnTo>
                    <a:pt x="1409992" y="1761147"/>
                  </a:lnTo>
                  <a:lnTo>
                    <a:pt x="1405775" y="1748650"/>
                  </a:lnTo>
                  <a:lnTo>
                    <a:pt x="1402359" y="1741208"/>
                  </a:lnTo>
                  <a:lnTo>
                    <a:pt x="1399463" y="1736267"/>
                  </a:lnTo>
                  <a:lnTo>
                    <a:pt x="1396301" y="1727542"/>
                  </a:lnTo>
                  <a:lnTo>
                    <a:pt x="1392885" y="1722640"/>
                  </a:lnTo>
                  <a:lnTo>
                    <a:pt x="1390573" y="1720215"/>
                  </a:lnTo>
                  <a:lnTo>
                    <a:pt x="1389303" y="1717738"/>
                  </a:lnTo>
                  <a:lnTo>
                    <a:pt x="1389214" y="1715198"/>
                  </a:lnTo>
                  <a:lnTo>
                    <a:pt x="1389024" y="1715211"/>
                  </a:lnTo>
                  <a:lnTo>
                    <a:pt x="1388122" y="1712709"/>
                  </a:lnTo>
                  <a:lnTo>
                    <a:pt x="1387322" y="1712760"/>
                  </a:lnTo>
                  <a:lnTo>
                    <a:pt x="1386624" y="1710258"/>
                  </a:lnTo>
                  <a:lnTo>
                    <a:pt x="1385912" y="1710296"/>
                  </a:lnTo>
                  <a:lnTo>
                    <a:pt x="1384681" y="1707807"/>
                  </a:lnTo>
                  <a:lnTo>
                    <a:pt x="1379575" y="1702993"/>
                  </a:lnTo>
                  <a:lnTo>
                    <a:pt x="1376172" y="1700644"/>
                  </a:lnTo>
                  <a:lnTo>
                    <a:pt x="1387690" y="1700022"/>
                  </a:lnTo>
                  <a:lnTo>
                    <a:pt x="1387119" y="1697507"/>
                  </a:lnTo>
                  <a:lnTo>
                    <a:pt x="1385468" y="1697596"/>
                  </a:lnTo>
                  <a:lnTo>
                    <a:pt x="1384858" y="1695081"/>
                  </a:lnTo>
                  <a:lnTo>
                    <a:pt x="1383030" y="1676107"/>
                  </a:lnTo>
                  <a:lnTo>
                    <a:pt x="1382026" y="1658353"/>
                  </a:lnTo>
                  <a:lnTo>
                    <a:pt x="1383042" y="1641767"/>
                  </a:lnTo>
                  <a:lnTo>
                    <a:pt x="1383372" y="1639201"/>
                  </a:lnTo>
                  <a:lnTo>
                    <a:pt x="1383525" y="1634109"/>
                  </a:lnTo>
                  <a:lnTo>
                    <a:pt x="1383258" y="1629041"/>
                  </a:lnTo>
                  <a:lnTo>
                    <a:pt x="1383703" y="1621383"/>
                  </a:lnTo>
                  <a:lnTo>
                    <a:pt x="1384376" y="1618805"/>
                  </a:lnTo>
                  <a:lnTo>
                    <a:pt x="1385417" y="1616202"/>
                  </a:lnTo>
                  <a:lnTo>
                    <a:pt x="1385341" y="1613662"/>
                  </a:lnTo>
                  <a:lnTo>
                    <a:pt x="1378077" y="1587347"/>
                  </a:lnTo>
                  <a:lnTo>
                    <a:pt x="1373174" y="1579981"/>
                  </a:lnTo>
                  <a:lnTo>
                    <a:pt x="1370012" y="1575054"/>
                  </a:lnTo>
                  <a:lnTo>
                    <a:pt x="1367028" y="1572679"/>
                  </a:lnTo>
                  <a:lnTo>
                    <a:pt x="1365097" y="1570240"/>
                  </a:lnTo>
                  <a:lnTo>
                    <a:pt x="1363903" y="1570304"/>
                  </a:lnTo>
                  <a:lnTo>
                    <a:pt x="1362583" y="1567827"/>
                  </a:lnTo>
                  <a:lnTo>
                    <a:pt x="1361554" y="1565338"/>
                  </a:lnTo>
                  <a:lnTo>
                    <a:pt x="1360424" y="1562849"/>
                  </a:lnTo>
                  <a:lnTo>
                    <a:pt x="1360182" y="1562862"/>
                  </a:lnTo>
                  <a:lnTo>
                    <a:pt x="1359712" y="1560347"/>
                  </a:lnTo>
                  <a:lnTo>
                    <a:pt x="1358912" y="1560385"/>
                  </a:lnTo>
                  <a:lnTo>
                    <a:pt x="1358468" y="1556600"/>
                  </a:lnTo>
                  <a:lnTo>
                    <a:pt x="1358239" y="1556613"/>
                  </a:lnTo>
                  <a:lnTo>
                    <a:pt x="1357337" y="1554111"/>
                  </a:lnTo>
                  <a:lnTo>
                    <a:pt x="1356588" y="1551609"/>
                  </a:lnTo>
                  <a:lnTo>
                    <a:pt x="1355788" y="1549107"/>
                  </a:lnTo>
                  <a:lnTo>
                    <a:pt x="1355217" y="1549146"/>
                  </a:lnTo>
                  <a:lnTo>
                    <a:pt x="1355090" y="1546606"/>
                  </a:lnTo>
                  <a:lnTo>
                    <a:pt x="1358544" y="1546415"/>
                  </a:lnTo>
                  <a:lnTo>
                    <a:pt x="1359293" y="1543850"/>
                  </a:lnTo>
                  <a:lnTo>
                    <a:pt x="1360068" y="1543799"/>
                  </a:lnTo>
                  <a:lnTo>
                    <a:pt x="1361300" y="1541183"/>
                  </a:lnTo>
                  <a:lnTo>
                    <a:pt x="1364107" y="1535950"/>
                  </a:lnTo>
                  <a:lnTo>
                    <a:pt x="1366964" y="1528165"/>
                  </a:lnTo>
                  <a:lnTo>
                    <a:pt x="1367116" y="1523072"/>
                  </a:lnTo>
                  <a:lnTo>
                    <a:pt x="1367167" y="1520532"/>
                  </a:lnTo>
                  <a:lnTo>
                    <a:pt x="1367561" y="1520507"/>
                  </a:lnTo>
                  <a:lnTo>
                    <a:pt x="1367942" y="1517942"/>
                  </a:lnTo>
                  <a:lnTo>
                    <a:pt x="1369174" y="1517865"/>
                  </a:lnTo>
                  <a:lnTo>
                    <a:pt x="1369529" y="1514043"/>
                  </a:lnTo>
                  <a:lnTo>
                    <a:pt x="1370342" y="1513992"/>
                  </a:lnTo>
                  <a:lnTo>
                    <a:pt x="1370342" y="1511452"/>
                  </a:lnTo>
                  <a:lnTo>
                    <a:pt x="1369783" y="1508937"/>
                  </a:lnTo>
                  <a:lnTo>
                    <a:pt x="1370634" y="1508887"/>
                  </a:lnTo>
                  <a:lnTo>
                    <a:pt x="1370457" y="1506359"/>
                  </a:lnTo>
                  <a:lnTo>
                    <a:pt x="1370215" y="1506372"/>
                  </a:lnTo>
                  <a:lnTo>
                    <a:pt x="1346250" y="1507667"/>
                  </a:lnTo>
                  <a:lnTo>
                    <a:pt x="1346250" y="1515287"/>
                  </a:lnTo>
                  <a:lnTo>
                    <a:pt x="1308900" y="1517294"/>
                  </a:lnTo>
                  <a:lnTo>
                    <a:pt x="1308862" y="1514754"/>
                  </a:lnTo>
                  <a:lnTo>
                    <a:pt x="1309103" y="1514729"/>
                  </a:lnTo>
                  <a:lnTo>
                    <a:pt x="1309230" y="1517269"/>
                  </a:lnTo>
                  <a:lnTo>
                    <a:pt x="1346250" y="1515287"/>
                  </a:lnTo>
                  <a:lnTo>
                    <a:pt x="1346250" y="1507667"/>
                  </a:lnTo>
                  <a:lnTo>
                    <a:pt x="1308061" y="1509699"/>
                  </a:lnTo>
                  <a:lnTo>
                    <a:pt x="1308112" y="1512239"/>
                  </a:lnTo>
                  <a:lnTo>
                    <a:pt x="1308150" y="1514779"/>
                  </a:lnTo>
                  <a:lnTo>
                    <a:pt x="1308239" y="1517319"/>
                  </a:lnTo>
                  <a:lnTo>
                    <a:pt x="1308354" y="1521129"/>
                  </a:lnTo>
                  <a:lnTo>
                    <a:pt x="1308252" y="1523682"/>
                  </a:lnTo>
                  <a:lnTo>
                    <a:pt x="1330020" y="1522526"/>
                  </a:lnTo>
                  <a:lnTo>
                    <a:pt x="1308100" y="1523695"/>
                  </a:lnTo>
                  <a:lnTo>
                    <a:pt x="1306766" y="1528851"/>
                  </a:lnTo>
                  <a:lnTo>
                    <a:pt x="1311122" y="1528610"/>
                  </a:lnTo>
                  <a:lnTo>
                    <a:pt x="1310551" y="1531188"/>
                  </a:lnTo>
                  <a:lnTo>
                    <a:pt x="1310741" y="1531175"/>
                  </a:lnTo>
                  <a:lnTo>
                    <a:pt x="1311249" y="1533690"/>
                  </a:lnTo>
                  <a:lnTo>
                    <a:pt x="1311402" y="1533690"/>
                  </a:lnTo>
                  <a:lnTo>
                    <a:pt x="1311656" y="1536052"/>
                  </a:lnTo>
                  <a:lnTo>
                    <a:pt x="1311795" y="1536052"/>
                  </a:lnTo>
                  <a:lnTo>
                    <a:pt x="1311668" y="1536217"/>
                  </a:lnTo>
                  <a:lnTo>
                    <a:pt x="1309865" y="1538859"/>
                  </a:lnTo>
                  <a:lnTo>
                    <a:pt x="1310525" y="1538820"/>
                  </a:lnTo>
                  <a:lnTo>
                    <a:pt x="1310144" y="1541386"/>
                  </a:lnTo>
                  <a:lnTo>
                    <a:pt x="1310665" y="1543900"/>
                  </a:lnTo>
                  <a:lnTo>
                    <a:pt x="1311135" y="1541335"/>
                  </a:lnTo>
                  <a:lnTo>
                    <a:pt x="1311376" y="1541322"/>
                  </a:lnTo>
                  <a:lnTo>
                    <a:pt x="1311567" y="1543850"/>
                  </a:lnTo>
                  <a:lnTo>
                    <a:pt x="1312456" y="1543812"/>
                  </a:lnTo>
                  <a:lnTo>
                    <a:pt x="1312456" y="1546352"/>
                  </a:lnTo>
                  <a:lnTo>
                    <a:pt x="1312316" y="1546352"/>
                  </a:lnTo>
                  <a:lnTo>
                    <a:pt x="1310741" y="1548980"/>
                  </a:lnTo>
                  <a:lnTo>
                    <a:pt x="1306474" y="1551762"/>
                  </a:lnTo>
                  <a:lnTo>
                    <a:pt x="1300543" y="1554619"/>
                  </a:lnTo>
                  <a:lnTo>
                    <a:pt x="1292072" y="1563979"/>
                  </a:lnTo>
                  <a:lnTo>
                    <a:pt x="1285760" y="1569402"/>
                  </a:lnTo>
                  <a:lnTo>
                    <a:pt x="1281861" y="1572158"/>
                  </a:lnTo>
                  <a:lnTo>
                    <a:pt x="1280388" y="1577327"/>
                  </a:lnTo>
                  <a:lnTo>
                    <a:pt x="1279956" y="1579892"/>
                  </a:lnTo>
                  <a:lnTo>
                    <a:pt x="1279804" y="1582445"/>
                  </a:lnTo>
                  <a:lnTo>
                    <a:pt x="1279512" y="1584998"/>
                  </a:lnTo>
                  <a:lnTo>
                    <a:pt x="1279232" y="1585010"/>
                  </a:lnTo>
                  <a:lnTo>
                    <a:pt x="1278699" y="1587588"/>
                  </a:lnTo>
                  <a:lnTo>
                    <a:pt x="1279067" y="1592656"/>
                  </a:lnTo>
                  <a:lnTo>
                    <a:pt x="1279969" y="1595145"/>
                  </a:lnTo>
                  <a:lnTo>
                    <a:pt x="1280350" y="1595132"/>
                  </a:lnTo>
                  <a:lnTo>
                    <a:pt x="1280909" y="1597647"/>
                  </a:lnTo>
                  <a:lnTo>
                    <a:pt x="1282141" y="1609026"/>
                  </a:lnTo>
                  <a:lnTo>
                    <a:pt x="1283957" y="1619097"/>
                  </a:lnTo>
                  <a:lnTo>
                    <a:pt x="1284808" y="1621599"/>
                  </a:lnTo>
                  <a:lnTo>
                    <a:pt x="1285316" y="1624114"/>
                  </a:lnTo>
                  <a:lnTo>
                    <a:pt x="1285735" y="1626641"/>
                  </a:lnTo>
                  <a:lnTo>
                    <a:pt x="1286281" y="1636776"/>
                  </a:lnTo>
                  <a:lnTo>
                    <a:pt x="1287640" y="1644345"/>
                  </a:lnTo>
                  <a:lnTo>
                    <a:pt x="1291043" y="1658150"/>
                  </a:lnTo>
                  <a:lnTo>
                    <a:pt x="1291272" y="1660677"/>
                  </a:lnTo>
                  <a:lnTo>
                    <a:pt x="1290497" y="1665808"/>
                  </a:lnTo>
                  <a:lnTo>
                    <a:pt x="1290129" y="1665833"/>
                  </a:lnTo>
                  <a:lnTo>
                    <a:pt x="1289837" y="1668386"/>
                  </a:lnTo>
                  <a:lnTo>
                    <a:pt x="1289596" y="1670939"/>
                  </a:lnTo>
                  <a:lnTo>
                    <a:pt x="1289304" y="1673504"/>
                  </a:lnTo>
                  <a:lnTo>
                    <a:pt x="1288973" y="1673517"/>
                  </a:lnTo>
                  <a:lnTo>
                    <a:pt x="1288199" y="1676107"/>
                  </a:lnTo>
                  <a:lnTo>
                    <a:pt x="1287754" y="1683766"/>
                  </a:lnTo>
                  <a:lnTo>
                    <a:pt x="1288173" y="1688820"/>
                  </a:lnTo>
                  <a:lnTo>
                    <a:pt x="1288351" y="1691360"/>
                  </a:lnTo>
                  <a:lnTo>
                    <a:pt x="1288135" y="1695183"/>
                  </a:lnTo>
                  <a:lnTo>
                    <a:pt x="1287360" y="1700314"/>
                  </a:lnTo>
                  <a:lnTo>
                    <a:pt x="1287259" y="1702866"/>
                  </a:lnTo>
                  <a:lnTo>
                    <a:pt x="1287678" y="1702854"/>
                  </a:lnTo>
                  <a:lnTo>
                    <a:pt x="1287348" y="1705406"/>
                  </a:lnTo>
                  <a:lnTo>
                    <a:pt x="1286827" y="1707972"/>
                  </a:lnTo>
                  <a:lnTo>
                    <a:pt x="1286395" y="1710537"/>
                  </a:lnTo>
                  <a:lnTo>
                    <a:pt x="1286014" y="1713103"/>
                  </a:lnTo>
                  <a:lnTo>
                    <a:pt x="1285481" y="1715681"/>
                  </a:lnTo>
                  <a:lnTo>
                    <a:pt x="1285011" y="1715706"/>
                  </a:lnTo>
                  <a:lnTo>
                    <a:pt x="1284960" y="1718246"/>
                  </a:lnTo>
                  <a:lnTo>
                    <a:pt x="1285494" y="1728393"/>
                  </a:lnTo>
                  <a:lnTo>
                    <a:pt x="1287576" y="1733372"/>
                  </a:lnTo>
                  <a:lnTo>
                    <a:pt x="1290891" y="1739557"/>
                  </a:lnTo>
                  <a:lnTo>
                    <a:pt x="1292225" y="1739480"/>
                  </a:lnTo>
                  <a:lnTo>
                    <a:pt x="1293114" y="1744522"/>
                  </a:lnTo>
                  <a:lnTo>
                    <a:pt x="1293202" y="1747062"/>
                  </a:lnTo>
                  <a:lnTo>
                    <a:pt x="1293380" y="1752142"/>
                  </a:lnTo>
                  <a:lnTo>
                    <a:pt x="1293482" y="1754670"/>
                  </a:lnTo>
                  <a:lnTo>
                    <a:pt x="1293876" y="1764830"/>
                  </a:lnTo>
                  <a:lnTo>
                    <a:pt x="1294244" y="1769897"/>
                  </a:lnTo>
                  <a:lnTo>
                    <a:pt x="1294422" y="1772437"/>
                  </a:lnTo>
                  <a:lnTo>
                    <a:pt x="1295247" y="1777479"/>
                  </a:lnTo>
                  <a:lnTo>
                    <a:pt x="1296555" y="1781225"/>
                  </a:lnTo>
                  <a:lnTo>
                    <a:pt x="1300734" y="1793709"/>
                  </a:lnTo>
                  <a:lnTo>
                    <a:pt x="1301724" y="1798751"/>
                  </a:lnTo>
                  <a:lnTo>
                    <a:pt x="1302131" y="1806359"/>
                  </a:lnTo>
                  <a:lnTo>
                    <a:pt x="1301457" y="1808937"/>
                  </a:lnTo>
                  <a:lnTo>
                    <a:pt x="1299425" y="1809051"/>
                  </a:lnTo>
                  <a:lnTo>
                    <a:pt x="1298994" y="1811616"/>
                  </a:lnTo>
                  <a:lnTo>
                    <a:pt x="1297952" y="1811667"/>
                  </a:lnTo>
                  <a:lnTo>
                    <a:pt x="1297470" y="1814233"/>
                  </a:lnTo>
                  <a:lnTo>
                    <a:pt x="1295476" y="1814347"/>
                  </a:lnTo>
                  <a:lnTo>
                    <a:pt x="1292440" y="1817052"/>
                  </a:lnTo>
                  <a:lnTo>
                    <a:pt x="1289443" y="1819757"/>
                  </a:lnTo>
                  <a:lnTo>
                    <a:pt x="1284287" y="1828939"/>
                  </a:lnTo>
                  <a:lnTo>
                    <a:pt x="1277188" y="1834400"/>
                  </a:lnTo>
                  <a:lnTo>
                    <a:pt x="1274025" y="1839658"/>
                  </a:lnTo>
                  <a:lnTo>
                    <a:pt x="1272286" y="1844840"/>
                  </a:lnTo>
                  <a:lnTo>
                    <a:pt x="1271397" y="1849970"/>
                  </a:lnTo>
                  <a:lnTo>
                    <a:pt x="1268755" y="1852663"/>
                  </a:lnTo>
                  <a:lnTo>
                    <a:pt x="1265618" y="1857921"/>
                  </a:lnTo>
                  <a:lnTo>
                    <a:pt x="1260652" y="1863267"/>
                  </a:lnTo>
                  <a:lnTo>
                    <a:pt x="1256753" y="1872386"/>
                  </a:lnTo>
                  <a:lnTo>
                    <a:pt x="1253121" y="1880209"/>
                  </a:lnTo>
                  <a:lnTo>
                    <a:pt x="1249413" y="1890585"/>
                  </a:lnTo>
                  <a:lnTo>
                    <a:pt x="1248930" y="1890610"/>
                  </a:lnTo>
                  <a:lnTo>
                    <a:pt x="1247736" y="1893214"/>
                  </a:lnTo>
                  <a:lnTo>
                    <a:pt x="1246695" y="1895817"/>
                  </a:lnTo>
                  <a:lnTo>
                    <a:pt x="1245450" y="1895881"/>
                  </a:lnTo>
                  <a:lnTo>
                    <a:pt x="1243685" y="1898523"/>
                  </a:lnTo>
                  <a:lnTo>
                    <a:pt x="1242644" y="1901113"/>
                  </a:lnTo>
                  <a:lnTo>
                    <a:pt x="1241653" y="1903717"/>
                  </a:lnTo>
                  <a:lnTo>
                    <a:pt x="1240599" y="1906320"/>
                  </a:lnTo>
                  <a:lnTo>
                    <a:pt x="1239977" y="1906346"/>
                  </a:lnTo>
                  <a:lnTo>
                    <a:pt x="1239494" y="1908924"/>
                  </a:lnTo>
                  <a:lnTo>
                    <a:pt x="1238516" y="1908975"/>
                  </a:lnTo>
                  <a:lnTo>
                    <a:pt x="1238097" y="1911540"/>
                  </a:lnTo>
                  <a:lnTo>
                    <a:pt x="1237792" y="1911553"/>
                  </a:lnTo>
                  <a:lnTo>
                    <a:pt x="1237234" y="1915401"/>
                  </a:lnTo>
                  <a:lnTo>
                    <a:pt x="1239139" y="1917839"/>
                  </a:lnTo>
                  <a:lnTo>
                    <a:pt x="1244955" y="1922614"/>
                  </a:lnTo>
                  <a:lnTo>
                    <a:pt x="1247698" y="1925015"/>
                  </a:lnTo>
                  <a:lnTo>
                    <a:pt x="1252372" y="1929853"/>
                  </a:lnTo>
                  <a:lnTo>
                    <a:pt x="1255344" y="1934781"/>
                  </a:lnTo>
                  <a:lnTo>
                    <a:pt x="1261122" y="1939556"/>
                  </a:lnTo>
                  <a:lnTo>
                    <a:pt x="1266329" y="1944357"/>
                  </a:lnTo>
                  <a:lnTo>
                    <a:pt x="1272705" y="1944027"/>
                  </a:lnTo>
                  <a:lnTo>
                    <a:pt x="1282636" y="1946033"/>
                  </a:lnTo>
                  <a:lnTo>
                    <a:pt x="1301064" y="1945043"/>
                  </a:lnTo>
                  <a:lnTo>
                    <a:pt x="1304036" y="1942350"/>
                  </a:lnTo>
                  <a:lnTo>
                    <a:pt x="1305763" y="1942249"/>
                  </a:lnTo>
                  <a:lnTo>
                    <a:pt x="1305763" y="1939709"/>
                  </a:lnTo>
                  <a:lnTo>
                    <a:pt x="1305725" y="1937156"/>
                  </a:lnTo>
                  <a:lnTo>
                    <a:pt x="1305102" y="1937194"/>
                  </a:lnTo>
                  <a:lnTo>
                    <a:pt x="1304594" y="1934679"/>
                  </a:lnTo>
                  <a:lnTo>
                    <a:pt x="1303502" y="1934743"/>
                  </a:lnTo>
                  <a:lnTo>
                    <a:pt x="1302804" y="1932228"/>
                  </a:lnTo>
                  <a:lnTo>
                    <a:pt x="1298956" y="1932432"/>
                  </a:lnTo>
                  <a:lnTo>
                    <a:pt x="1293329" y="1930196"/>
                  </a:lnTo>
                  <a:lnTo>
                    <a:pt x="1289977" y="1927834"/>
                  </a:lnTo>
                  <a:lnTo>
                    <a:pt x="1288364" y="1925370"/>
                  </a:lnTo>
                  <a:lnTo>
                    <a:pt x="1286713" y="1922919"/>
                  </a:lnTo>
                  <a:lnTo>
                    <a:pt x="1282725" y="1915502"/>
                  </a:lnTo>
                  <a:lnTo>
                    <a:pt x="1282585" y="1912962"/>
                  </a:lnTo>
                  <a:lnTo>
                    <a:pt x="1284122" y="1909064"/>
                  </a:lnTo>
                  <a:lnTo>
                    <a:pt x="1285836" y="1903895"/>
                  </a:lnTo>
                  <a:lnTo>
                    <a:pt x="1287792" y="1898700"/>
                  </a:lnTo>
                  <a:lnTo>
                    <a:pt x="1288427" y="1891030"/>
                  </a:lnTo>
                  <a:lnTo>
                    <a:pt x="1287157" y="1886013"/>
                  </a:lnTo>
                  <a:lnTo>
                    <a:pt x="1286357" y="1883511"/>
                  </a:lnTo>
                  <a:lnTo>
                    <a:pt x="1287411" y="1880908"/>
                  </a:lnTo>
                  <a:lnTo>
                    <a:pt x="1288021" y="1880882"/>
                  </a:lnTo>
                  <a:lnTo>
                    <a:pt x="1289215" y="1878266"/>
                  </a:lnTo>
                  <a:lnTo>
                    <a:pt x="1290167" y="1878215"/>
                  </a:lnTo>
                  <a:lnTo>
                    <a:pt x="1291920" y="1875586"/>
                  </a:lnTo>
                  <a:lnTo>
                    <a:pt x="1297622" y="1867649"/>
                  </a:lnTo>
                  <a:lnTo>
                    <a:pt x="1303553" y="1858429"/>
                  </a:lnTo>
                  <a:lnTo>
                    <a:pt x="1311287" y="1850377"/>
                  </a:lnTo>
                  <a:lnTo>
                    <a:pt x="1318856" y="1842338"/>
                  </a:lnTo>
                  <a:lnTo>
                    <a:pt x="1327327" y="1834261"/>
                  </a:lnTo>
                  <a:lnTo>
                    <a:pt x="1332496" y="1831441"/>
                  </a:lnTo>
                  <a:lnTo>
                    <a:pt x="1336154" y="1826158"/>
                  </a:lnTo>
                  <a:lnTo>
                    <a:pt x="1338872" y="1823466"/>
                  </a:lnTo>
                  <a:lnTo>
                    <a:pt x="1339938" y="1819592"/>
                  </a:lnTo>
                  <a:lnTo>
                    <a:pt x="1340612" y="1817014"/>
                  </a:lnTo>
                  <a:lnTo>
                    <a:pt x="1340891" y="1817001"/>
                  </a:lnTo>
                  <a:lnTo>
                    <a:pt x="1341843" y="1814398"/>
                  </a:lnTo>
                  <a:lnTo>
                    <a:pt x="1342758" y="1811807"/>
                  </a:lnTo>
                  <a:lnTo>
                    <a:pt x="1343990" y="1809203"/>
                  </a:lnTo>
                  <a:lnTo>
                    <a:pt x="1344752" y="1809153"/>
                  </a:lnTo>
                  <a:lnTo>
                    <a:pt x="1345082" y="1806600"/>
                  </a:lnTo>
                  <a:lnTo>
                    <a:pt x="1345323" y="1804035"/>
                  </a:lnTo>
                  <a:lnTo>
                    <a:pt x="1346047" y="1801456"/>
                  </a:lnTo>
                  <a:lnTo>
                    <a:pt x="1347482" y="1793748"/>
                  </a:lnTo>
                  <a:lnTo>
                    <a:pt x="1348879" y="1783499"/>
                  </a:lnTo>
                  <a:lnTo>
                    <a:pt x="1349209" y="1774583"/>
                  </a:lnTo>
                  <a:lnTo>
                    <a:pt x="1349806" y="1768182"/>
                  </a:lnTo>
                  <a:lnTo>
                    <a:pt x="1354239" y="1771764"/>
                  </a:lnTo>
                  <a:lnTo>
                    <a:pt x="1356855" y="1777987"/>
                  </a:lnTo>
                  <a:lnTo>
                    <a:pt x="1360347" y="1782889"/>
                  </a:lnTo>
                  <a:lnTo>
                    <a:pt x="1362049" y="1782787"/>
                  </a:lnTo>
                  <a:lnTo>
                    <a:pt x="1372781" y="1794941"/>
                  </a:lnTo>
                  <a:lnTo>
                    <a:pt x="1374241" y="1797405"/>
                  </a:lnTo>
                  <a:lnTo>
                    <a:pt x="1375752" y="1799869"/>
                  </a:lnTo>
                  <a:lnTo>
                    <a:pt x="1376692" y="1802358"/>
                  </a:lnTo>
                  <a:lnTo>
                    <a:pt x="1377581" y="1804847"/>
                  </a:lnTo>
                  <a:lnTo>
                    <a:pt x="1377962" y="1804835"/>
                  </a:lnTo>
                  <a:lnTo>
                    <a:pt x="1378712" y="1807337"/>
                  </a:lnTo>
                  <a:lnTo>
                    <a:pt x="1380083" y="1809800"/>
                  </a:lnTo>
                  <a:lnTo>
                    <a:pt x="1380604" y="1809775"/>
                  </a:lnTo>
                  <a:lnTo>
                    <a:pt x="1380744" y="1812315"/>
                  </a:lnTo>
                  <a:lnTo>
                    <a:pt x="1381683" y="1812264"/>
                  </a:lnTo>
                  <a:lnTo>
                    <a:pt x="1382674" y="1814753"/>
                  </a:lnTo>
                  <a:lnTo>
                    <a:pt x="1382864" y="1814741"/>
                  </a:lnTo>
                  <a:lnTo>
                    <a:pt x="1383118" y="1817268"/>
                  </a:lnTo>
                  <a:lnTo>
                    <a:pt x="1384223" y="1828660"/>
                  </a:lnTo>
                  <a:lnTo>
                    <a:pt x="1384922" y="1833714"/>
                  </a:lnTo>
                  <a:lnTo>
                    <a:pt x="1385354" y="1836229"/>
                  </a:lnTo>
                  <a:lnTo>
                    <a:pt x="1386230" y="1841271"/>
                  </a:lnTo>
                  <a:lnTo>
                    <a:pt x="1389481" y="1851266"/>
                  </a:lnTo>
                  <a:lnTo>
                    <a:pt x="1391932" y="1856232"/>
                  </a:lnTo>
                  <a:lnTo>
                    <a:pt x="1395349" y="1864944"/>
                  </a:lnTo>
                  <a:lnTo>
                    <a:pt x="1397609" y="1869909"/>
                  </a:lnTo>
                  <a:lnTo>
                    <a:pt x="1399057" y="1874926"/>
                  </a:lnTo>
                  <a:lnTo>
                    <a:pt x="1399857" y="1877428"/>
                  </a:lnTo>
                  <a:lnTo>
                    <a:pt x="1401229" y="1879892"/>
                  </a:lnTo>
                  <a:lnTo>
                    <a:pt x="1402219" y="1882381"/>
                  </a:lnTo>
                  <a:lnTo>
                    <a:pt x="1403121" y="1882330"/>
                  </a:lnTo>
                  <a:lnTo>
                    <a:pt x="1404721" y="1887334"/>
                  </a:lnTo>
                  <a:lnTo>
                    <a:pt x="1406271" y="1889798"/>
                  </a:lnTo>
                  <a:lnTo>
                    <a:pt x="1407541" y="1892274"/>
                  </a:lnTo>
                  <a:lnTo>
                    <a:pt x="1408341" y="1894776"/>
                  </a:lnTo>
                  <a:lnTo>
                    <a:pt x="1409014" y="1894738"/>
                  </a:lnTo>
                  <a:lnTo>
                    <a:pt x="1410373" y="1897202"/>
                  </a:lnTo>
                  <a:lnTo>
                    <a:pt x="1411452" y="1902244"/>
                  </a:lnTo>
                  <a:lnTo>
                    <a:pt x="1412506" y="1905990"/>
                  </a:lnTo>
                  <a:lnTo>
                    <a:pt x="1414678" y="1910969"/>
                  </a:lnTo>
                  <a:lnTo>
                    <a:pt x="1416367" y="1915960"/>
                  </a:lnTo>
                  <a:lnTo>
                    <a:pt x="1417980" y="1918423"/>
                  </a:lnTo>
                  <a:lnTo>
                    <a:pt x="1465059" y="1915896"/>
                  </a:lnTo>
                  <a:close/>
                </a:path>
                <a:path w="2320925" h="3104515">
                  <a:moveTo>
                    <a:pt x="1500454" y="1913991"/>
                  </a:moveTo>
                  <a:lnTo>
                    <a:pt x="1497660" y="1911604"/>
                  </a:lnTo>
                  <a:lnTo>
                    <a:pt x="1495336" y="1911731"/>
                  </a:lnTo>
                  <a:lnTo>
                    <a:pt x="1491462" y="1909394"/>
                  </a:lnTo>
                  <a:lnTo>
                    <a:pt x="1489608" y="1909495"/>
                  </a:lnTo>
                  <a:lnTo>
                    <a:pt x="1482648" y="1912404"/>
                  </a:lnTo>
                  <a:lnTo>
                    <a:pt x="1476908" y="1915261"/>
                  </a:lnTo>
                  <a:lnTo>
                    <a:pt x="1417980" y="1918423"/>
                  </a:lnTo>
                  <a:lnTo>
                    <a:pt x="1420190" y="1923389"/>
                  </a:lnTo>
                  <a:lnTo>
                    <a:pt x="1421358" y="1928418"/>
                  </a:lnTo>
                  <a:lnTo>
                    <a:pt x="1423390" y="1933397"/>
                  </a:lnTo>
                  <a:lnTo>
                    <a:pt x="1424990" y="1935848"/>
                  </a:lnTo>
                  <a:lnTo>
                    <a:pt x="1427162" y="1938274"/>
                  </a:lnTo>
                  <a:lnTo>
                    <a:pt x="1428343" y="1940763"/>
                  </a:lnTo>
                  <a:lnTo>
                    <a:pt x="1427911" y="1940775"/>
                  </a:lnTo>
                  <a:lnTo>
                    <a:pt x="1427670" y="1943341"/>
                  </a:lnTo>
                  <a:lnTo>
                    <a:pt x="1429473" y="1945779"/>
                  </a:lnTo>
                  <a:lnTo>
                    <a:pt x="1437043" y="1945373"/>
                  </a:lnTo>
                  <a:lnTo>
                    <a:pt x="1447330" y="1942287"/>
                  </a:lnTo>
                  <a:lnTo>
                    <a:pt x="1455064" y="1939328"/>
                  </a:lnTo>
                  <a:lnTo>
                    <a:pt x="1459382" y="1936546"/>
                  </a:lnTo>
                  <a:lnTo>
                    <a:pt x="1468704" y="1933511"/>
                  </a:lnTo>
                  <a:lnTo>
                    <a:pt x="1475714" y="1930590"/>
                  </a:lnTo>
                  <a:lnTo>
                    <a:pt x="1481264" y="1930285"/>
                  </a:lnTo>
                  <a:lnTo>
                    <a:pt x="1485823" y="1927504"/>
                  </a:lnTo>
                  <a:lnTo>
                    <a:pt x="1490052" y="1924735"/>
                  </a:lnTo>
                  <a:lnTo>
                    <a:pt x="1499730" y="1916582"/>
                  </a:lnTo>
                  <a:lnTo>
                    <a:pt x="1500060" y="1916557"/>
                  </a:lnTo>
                  <a:lnTo>
                    <a:pt x="1500454" y="1913991"/>
                  </a:lnTo>
                  <a:close/>
                </a:path>
                <a:path w="2320925" h="3104515">
                  <a:moveTo>
                    <a:pt x="1735277" y="2096579"/>
                  </a:moveTo>
                  <a:lnTo>
                    <a:pt x="1734337" y="2094090"/>
                  </a:lnTo>
                  <a:lnTo>
                    <a:pt x="1734007" y="2094103"/>
                  </a:lnTo>
                  <a:lnTo>
                    <a:pt x="1733334" y="2096681"/>
                  </a:lnTo>
                  <a:lnTo>
                    <a:pt x="1735277" y="2096579"/>
                  </a:lnTo>
                  <a:close/>
                </a:path>
                <a:path w="2320925" h="3104515">
                  <a:moveTo>
                    <a:pt x="1742833" y="2103805"/>
                  </a:moveTo>
                  <a:lnTo>
                    <a:pt x="1742706" y="2101265"/>
                  </a:lnTo>
                  <a:lnTo>
                    <a:pt x="1741665" y="2101329"/>
                  </a:lnTo>
                  <a:lnTo>
                    <a:pt x="1741144" y="2098814"/>
                  </a:lnTo>
                  <a:lnTo>
                    <a:pt x="1740674" y="2098840"/>
                  </a:lnTo>
                  <a:lnTo>
                    <a:pt x="1738503" y="2096414"/>
                  </a:lnTo>
                  <a:lnTo>
                    <a:pt x="1735658" y="2096566"/>
                  </a:lnTo>
                  <a:lnTo>
                    <a:pt x="1735924" y="2099094"/>
                  </a:lnTo>
                  <a:lnTo>
                    <a:pt x="1735645" y="2099106"/>
                  </a:lnTo>
                  <a:lnTo>
                    <a:pt x="1735658" y="2096566"/>
                  </a:lnTo>
                  <a:lnTo>
                    <a:pt x="1732673" y="2096719"/>
                  </a:lnTo>
                  <a:lnTo>
                    <a:pt x="1733003" y="2094166"/>
                  </a:lnTo>
                  <a:lnTo>
                    <a:pt x="1723961" y="2094649"/>
                  </a:lnTo>
                  <a:lnTo>
                    <a:pt x="1722069" y="2092198"/>
                  </a:lnTo>
                  <a:lnTo>
                    <a:pt x="1721408" y="2094788"/>
                  </a:lnTo>
                  <a:lnTo>
                    <a:pt x="1719503" y="2094890"/>
                  </a:lnTo>
                  <a:lnTo>
                    <a:pt x="1718805" y="2092375"/>
                  </a:lnTo>
                  <a:lnTo>
                    <a:pt x="1717954" y="2092426"/>
                  </a:lnTo>
                  <a:lnTo>
                    <a:pt x="1717141" y="2095017"/>
                  </a:lnTo>
                  <a:lnTo>
                    <a:pt x="1716430" y="2092502"/>
                  </a:lnTo>
                  <a:lnTo>
                    <a:pt x="1715389" y="2092566"/>
                  </a:lnTo>
                  <a:lnTo>
                    <a:pt x="1715058" y="2095119"/>
                  </a:lnTo>
                  <a:lnTo>
                    <a:pt x="1716227" y="2095068"/>
                  </a:lnTo>
                  <a:lnTo>
                    <a:pt x="1714766" y="2095144"/>
                  </a:lnTo>
                  <a:lnTo>
                    <a:pt x="1714207" y="2092629"/>
                  </a:lnTo>
                  <a:lnTo>
                    <a:pt x="1705825" y="2093074"/>
                  </a:lnTo>
                  <a:lnTo>
                    <a:pt x="1705775" y="2095627"/>
                  </a:lnTo>
                  <a:lnTo>
                    <a:pt x="1703501" y="2095741"/>
                  </a:lnTo>
                  <a:lnTo>
                    <a:pt x="1696212" y="2093595"/>
                  </a:lnTo>
                  <a:lnTo>
                    <a:pt x="1687398" y="2096604"/>
                  </a:lnTo>
                  <a:lnTo>
                    <a:pt x="1681975" y="2101989"/>
                  </a:lnTo>
                  <a:lnTo>
                    <a:pt x="1678851" y="2104694"/>
                  </a:lnTo>
                  <a:lnTo>
                    <a:pt x="1676654" y="2109901"/>
                  </a:lnTo>
                  <a:lnTo>
                    <a:pt x="1676781" y="2112441"/>
                  </a:lnTo>
                  <a:lnTo>
                    <a:pt x="1675269" y="2112518"/>
                  </a:lnTo>
                  <a:lnTo>
                    <a:pt x="1674685" y="2117344"/>
                  </a:lnTo>
                  <a:lnTo>
                    <a:pt x="1674787" y="2120176"/>
                  </a:lnTo>
                  <a:lnTo>
                    <a:pt x="1674774" y="2122716"/>
                  </a:lnTo>
                  <a:lnTo>
                    <a:pt x="1736737" y="2119401"/>
                  </a:lnTo>
                  <a:lnTo>
                    <a:pt x="1737791" y="2116798"/>
                  </a:lnTo>
                  <a:lnTo>
                    <a:pt x="1737702" y="2114258"/>
                  </a:lnTo>
                  <a:lnTo>
                    <a:pt x="1738223" y="2114232"/>
                  </a:lnTo>
                  <a:lnTo>
                    <a:pt x="1738287" y="2113927"/>
                  </a:lnTo>
                  <a:lnTo>
                    <a:pt x="1738744" y="2111654"/>
                  </a:lnTo>
                  <a:lnTo>
                    <a:pt x="1739214" y="2109101"/>
                  </a:lnTo>
                  <a:lnTo>
                    <a:pt x="1739798" y="2109063"/>
                  </a:lnTo>
                  <a:lnTo>
                    <a:pt x="1739988" y="2106511"/>
                  </a:lnTo>
                  <a:lnTo>
                    <a:pt x="1741081" y="2106447"/>
                  </a:lnTo>
                  <a:lnTo>
                    <a:pt x="1742833" y="2103805"/>
                  </a:lnTo>
                  <a:close/>
                </a:path>
                <a:path w="2320925" h="3104515">
                  <a:moveTo>
                    <a:pt x="1831581" y="2528925"/>
                  </a:moveTo>
                  <a:lnTo>
                    <a:pt x="1828038" y="2526576"/>
                  </a:lnTo>
                  <a:lnTo>
                    <a:pt x="1818144" y="2524556"/>
                  </a:lnTo>
                  <a:lnTo>
                    <a:pt x="1816493" y="2522105"/>
                  </a:lnTo>
                  <a:lnTo>
                    <a:pt x="1815680" y="2522143"/>
                  </a:lnTo>
                  <a:lnTo>
                    <a:pt x="1815782" y="2519591"/>
                  </a:lnTo>
                  <a:lnTo>
                    <a:pt x="1815934" y="2517051"/>
                  </a:lnTo>
                  <a:lnTo>
                    <a:pt x="1815630" y="2513241"/>
                  </a:lnTo>
                  <a:lnTo>
                    <a:pt x="1813610" y="2510815"/>
                  </a:lnTo>
                  <a:lnTo>
                    <a:pt x="1811997" y="2508351"/>
                  </a:lnTo>
                  <a:lnTo>
                    <a:pt x="1810867" y="2508415"/>
                  </a:lnTo>
                  <a:lnTo>
                    <a:pt x="1806892" y="2503538"/>
                  </a:lnTo>
                  <a:lnTo>
                    <a:pt x="1806422" y="2503563"/>
                  </a:lnTo>
                  <a:lnTo>
                    <a:pt x="1805787" y="2493429"/>
                  </a:lnTo>
                  <a:lnTo>
                    <a:pt x="1803946" y="2490978"/>
                  </a:lnTo>
                  <a:lnTo>
                    <a:pt x="1802193" y="2488527"/>
                  </a:lnTo>
                  <a:lnTo>
                    <a:pt x="1802053" y="2488539"/>
                  </a:lnTo>
                  <a:lnTo>
                    <a:pt x="1801634" y="2486012"/>
                  </a:lnTo>
                  <a:lnTo>
                    <a:pt x="1801355" y="2483485"/>
                  </a:lnTo>
                  <a:lnTo>
                    <a:pt x="1799958" y="2475928"/>
                  </a:lnTo>
                  <a:lnTo>
                    <a:pt x="1798383" y="2467114"/>
                  </a:lnTo>
                  <a:lnTo>
                    <a:pt x="1797075" y="2462098"/>
                  </a:lnTo>
                  <a:lnTo>
                    <a:pt x="1795576" y="2454541"/>
                  </a:lnTo>
                  <a:lnTo>
                    <a:pt x="1795195" y="2452027"/>
                  </a:lnTo>
                  <a:lnTo>
                    <a:pt x="1794776" y="2449499"/>
                  </a:lnTo>
                  <a:lnTo>
                    <a:pt x="1794217" y="2449538"/>
                  </a:lnTo>
                  <a:lnTo>
                    <a:pt x="1793608" y="2447023"/>
                  </a:lnTo>
                  <a:lnTo>
                    <a:pt x="1793125" y="2447048"/>
                  </a:lnTo>
                  <a:lnTo>
                    <a:pt x="1792478" y="2444534"/>
                  </a:lnTo>
                  <a:lnTo>
                    <a:pt x="1791957" y="2442019"/>
                  </a:lnTo>
                  <a:lnTo>
                    <a:pt x="1791068" y="2439530"/>
                  </a:lnTo>
                  <a:lnTo>
                    <a:pt x="1790306" y="2439568"/>
                  </a:lnTo>
                  <a:lnTo>
                    <a:pt x="1788655" y="2434564"/>
                  </a:lnTo>
                  <a:lnTo>
                    <a:pt x="1788896" y="2432012"/>
                  </a:lnTo>
                  <a:lnTo>
                    <a:pt x="1788947" y="2425649"/>
                  </a:lnTo>
                  <a:lnTo>
                    <a:pt x="1788109" y="2418067"/>
                  </a:lnTo>
                  <a:lnTo>
                    <a:pt x="1786978" y="2413038"/>
                  </a:lnTo>
                  <a:lnTo>
                    <a:pt x="1786559" y="2410510"/>
                  </a:lnTo>
                  <a:lnTo>
                    <a:pt x="1785759" y="2408021"/>
                  </a:lnTo>
                  <a:lnTo>
                    <a:pt x="1784400" y="2405545"/>
                  </a:lnTo>
                  <a:lnTo>
                    <a:pt x="1782559" y="2403106"/>
                  </a:lnTo>
                  <a:lnTo>
                    <a:pt x="1782343" y="2400566"/>
                  </a:lnTo>
                  <a:lnTo>
                    <a:pt x="1782140" y="2398039"/>
                  </a:lnTo>
                  <a:lnTo>
                    <a:pt x="1781162" y="2390457"/>
                  </a:lnTo>
                  <a:lnTo>
                    <a:pt x="1779295" y="2381656"/>
                  </a:lnTo>
                  <a:lnTo>
                    <a:pt x="1776514" y="2374176"/>
                  </a:lnTo>
                  <a:lnTo>
                    <a:pt x="1772297" y="2361679"/>
                  </a:lnTo>
                  <a:lnTo>
                    <a:pt x="1768881" y="2354237"/>
                  </a:lnTo>
                  <a:lnTo>
                    <a:pt x="1765973" y="2349296"/>
                  </a:lnTo>
                  <a:lnTo>
                    <a:pt x="1762823" y="2340572"/>
                  </a:lnTo>
                  <a:lnTo>
                    <a:pt x="1759407" y="2335669"/>
                  </a:lnTo>
                  <a:lnTo>
                    <a:pt x="1757095" y="2333244"/>
                  </a:lnTo>
                  <a:lnTo>
                    <a:pt x="1755825" y="2330767"/>
                  </a:lnTo>
                  <a:lnTo>
                    <a:pt x="1755736" y="2328227"/>
                  </a:lnTo>
                  <a:lnTo>
                    <a:pt x="1755546" y="2328240"/>
                  </a:lnTo>
                  <a:lnTo>
                    <a:pt x="1754644" y="2325738"/>
                  </a:lnTo>
                  <a:lnTo>
                    <a:pt x="1753844" y="2325789"/>
                  </a:lnTo>
                  <a:lnTo>
                    <a:pt x="1753146" y="2323287"/>
                  </a:lnTo>
                  <a:lnTo>
                    <a:pt x="1752434" y="2323325"/>
                  </a:lnTo>
                  <a:lnTo>
                    <a:pt x="1751203" y="2320836"/>
                  </a:lnTo>
                  <a:lnTo>
                    <a:pt x="1746097" y="2316022"/>
                  </a:lnTo>
                  <a:lnTo>
                    <a:pt x="1742694" y="2313673"/>
                  </a:lnTo>
                  <a:lnTo>
                    <a:pt x="1754200" y="2313051"/>
                  </a:lnTo>
                  <a:lnTo>
                    <a:pt x="1753641" y="2310536"/>
                  </a:lnTo>
                  <a:lnTo>
                    <a:pt x="1751990" y="2310625"/>
                  </a:lnTo>
                  <a:lnTo>
                    <a:pt x="1751380" y="2308110"/>
                  </a:lnTo>
                  <a:lnTo>
                    <a:pt x="1749552" y="2289137"/>
                  </a:lnTo>
                  <a:lnTo>
                    <a:pt x="1748548" y="2271382"/>
                  </a:lnTo>
                  <a:lnTo>
                    <a:pt x="1749564" y="2254796"/>
                  </a:lnTo>
                  <a:lnTo>
                    <a:pt x="1749894" y="2252230"/>
                  </a:lnTo>
                  <a:lnTo>
                    <a:pt x="1750047" y="2247138"/>
                  </a:lnTo>
                  <a:lnTo>
                    <a:pt x="1749780" y="2242070"/>
                  </a:lnTo>
                  <a:lnTo>
                    <a:pt x="1750225" y="2234412"/>
                  </a:lnTo>
                  <a:lnTo>
                    <a:pt x="1750898" y="2231834"/>
                  </a:lnTo>
                  <a:lnTo>
                    <a:pt x="1751939" y="2229231"/>
                  </a:lnTo>
                  <a:lnTo>
                    <a:pt x="1751863" y="2226691"/>
                  </a:lnTo>
                  <a:lnTo>
                    <a:pt x="1744599" y="2200376"/>
                  </a:lnTo>
                  <a:lnTo>
                    <a:pt x="1739684" y="2193010"/>
                  </a:lnTo>
                  <a:lnTo>
                    <a:pt x="1736534" y="2188083"/>
                  </a:lnTo>
                  <a:lnTo>
                    <a:pt x="1733550" y="2185708"/>
                  </a:lnTo>
                  <a:lnTo>
                    <a:pt x="1731619" y="2183269"/>
                  </a:lnTo>
                  <a:lnTo>
                    <a:pt x="1730425" y="2183333"/>
                  </a:lnTo>
                  <a:lnTo>
                    <a:pt x="1729105" y="2180856"/>
                  </a:lnTo>
                  <a:lnTo>
                    <a:pt x="1728076" y="2178367"/>
                  </a:lnTo>
                  <a:lnTo>
                    <a:pt x="1726946" y="2175878"/>
                  </a:lnTo>
                  <a:lnTo>
                    <a:pt x="1726704" y="2175891"/>
                  </a:lnTo>
                  <a:lnTo>
                    <a:pt x="1726234" y="2173376"/>
                  </a:lnTo>
                  <a:lnTo>
                    <a:pt x="1725434" y="2173414"/>
                  </a:lnTo>
                  <a:lnTo>
                    <a:pt x="1724990" y="2169630"/>
                  </a:lnTo>
                  <a:lnTo>
                    <a:pt x="1724748" y="2169642"/>
                  </a:lnTo>
                  <a:lnTo>
                    <a:pt x="1723859" y="2167140"/>
                  </a:lnTo>
                  <a:lnTo>
                    <a:pt x="1723110" y="2164638"/>
                  </a:lnTo>
                  <a:lnTo>
                    <a:pt x="1722310" y="2162137"/>
                  </a:lnTo>
                  <a:lnTo>
                    <a:pt x="1721739" y="2162175"/>
                  </a:lnTo>
                  <a:lnTo>
                    <a:pt x="1721599" y="2159635"/>
                  </a:lnTo>
                  <a:lnTo>
                    <a:pt x="1725066" y="2159444"/>
                  </a:lnTo>
                  <a:lnTo>
                    <a:pt x="1725815" y="2156879"/>
                  </a:lnTo>
                  <a:lnTo>
                    <a:pt x="1726590" y="2156828"/>
                  </a:lnTo>
                  <a:lnTo>
                    <a:pt x="1727822" y="2154212"/>
                  </a:lnTo>
                  <a:lnTo>
                    <a:pt x="1730629" y="2148979"/>
                  </a:lnTo>
                  <a:lnTo>
                    <a:pt x="1733486" y="2141194"/>
                  </a:lnTo>
                  <a:lnTo>
                    <a:pt x="1733638" y="2136102"/>
                  </a:lnTo>
                  <a:lnTo>
                    <a:pt x="1733689" y="2133562"/>
                  </a:lnTo>
                  <a:lnTo>
                    <a:pt x="1734070" y="2133536"/>
                  </a:lnTo>
                  <a:lnTo>
                    <a:pt x="1734464" y="2130971"/>
                  </a:lnTo>
                  <a:lnTo>
                    <a:pt x="1735696" y="2130895"/>
                  </a:lnTo>
                  <a:lnTo>
                    <a:pt x="1736039" y="2127072"/>
                  </a:lnTo>
                  <a:lnTo>
                    <a:pt x="1736864" y="2127021"/>
                  </a:lnTo>
                  <a:lnTo>
                    <a:pt x="1736864" y="2124481"/>
                  </a:lnTo>
                  <a:lnTo>
                    <a:pt x="1736305" y="2121966"/>
                  </a:lnTo>
                  <a:lnTo>
                    <a:pt x="1737156" y="2121916"/>
                  </a:lnTo>
                  <a:lnTo>
                    <a:pt x="1736979" y="2119388"/>
                  </a:lnTo>
                  <a:lnTo>
                    <a:pt x="1736737" y="2119401"/>
                  </a:lnTo>
                  <a:lnTo>
                    <a:pt x="1710829" y="2120798"/>
                  </a:lnTo>
                  <a:lnTo>
                    <a:pt x="1710829" y="2128418"/>
                  </a:lnTo>
                  <a:lnTo>
                    <a:pt x="1675422" y="2130323"/>
                  </a:lnTo>
                  <a:lnTo>
                    <a:pt x="1675384" y="2127770"/>
                  </a:lnTo>
                  <a:lnTo>
                    <a:pt x="1675612" y="2127758"/>
                  </a:lnTo>
                  <a:lnTo>
                    <a:pt x="1675752" y="2130298"/>
                  </a:lnTo>
                  <a:lnTo>
                    <a:pt x="1710829" y="2128418"/>
                  </a:lnTo>
                  <a:lnTo>
                    <a:pt x="1710829" y="2120798"/>
                  </a:lnTo>
                  <a:lnTo>
                    <a:pt x="1674583" y="2122728"/>
                  </a:lnTo>
                  <a:lnTo>
                    <a:pt x="1674634" y="2125268"/>
                  </a:lnTo>
                  <a:lnTo>
                    <a:pt x="1674672" y="2127808"/>
                  </a:lnTo>
                  <a:lnTo>
                    <a:pt x="1674761" y="2130348"/>
                  </a:lnTo>
                  <a:lnTo>
                    <a:pt x="1674863" y="2134158"/>
                  </a:lnTo>
                  <a:lnTo>
                    <a:pt x="1674774" y="2136711"/>
                  </a:lnTo>
                  <a:lnTo>
                    <a:pt x="1697812" y="2135479"/>
                  </a:lnTo>
                  <a:lnTo>
                    <a:pt x="1674622" y="2136724"/>
                  </a:lnTo>
                  <a:lnTo>
                    <a:pt x="1673288" y="2141880"/>
                  </a:lnTo>
                  <a:lnTo>
                    <a:pt x="1677644" y="2141639"/>
                  </a:lnTo>
                  <a:lnTo>
                    <a:pt x="1677073" y="2144217"/>
                  </a:lnTo>
                  <a:lnTo>
                    <a:pt x="1677263" y="2144204"/>
                  </a:lnTo>
                  <a:lnTo>
                    <a:pt x="1677771" y="2146719"/>
                  </a:lnTo>
                  <a:lnTo>
                    <a:pt x="1677924" y="2146719"/>
                  </a:lnTo>
                  <a:lnTo>
                    <a:pt x="1678178" y="2149081"/>
                  </a:lnTo>
                  <a:lnTo>
                    <a:pt x="1678317" y="2149081"/>
                  </a:lnTo>
                  <a:lnTo>
                    <a:pt x="1678190" y="2149246"/>
                  </a:lnTo>
                  <a:lnTo>
                    <a:pt x="1676387" y="2151888"/>
                  </a:lnTo>
                  <a:lnTo>
                    <a:pt x="1677047" y="2151850"/>
                  </a:lnTo>
                  <a:lnTo>
                    <a:pt x="1676666" y="2154415"/>
                  </a:lnTo>
                  <a:lnTo>
                    <a:pt x="1677187" y="2156930"/>
                  </a:lnTo>
                  <a:lnTo>
                    <a:pt x="1677657" y="2154364"/>
                  </a:lnTo>
                  <a:lnTo>
                    <a:pt x="1677898" y="2154351"/>
                  </a:lnTo>
                  <a:lnTo>
                    <a:pt x="1678089" y="2156879"/>
                  </a:lnTo>
                  <a:lnTo>
                    <a:pt x="1678978" y="2156841"/>
                  </a:lnTo>
                  <a:lnTo>
                    <a:pt x="1678978" y="2159381"/>
                  </a:lnTo>
                  <a:lnTo>
                    <a:pt x="1678838" y="2159381"/>
                  </a:lnTo>
                  <a:lnTo>
                    <a:pt x="1677263" y="2162010"/>
                  </a:lnTo>
                  <a:lnTo>
                    <a:pt x="1672996" y="2164791"/>
                  </a:lnTo>
                  <a:lnTo>
                    <a:pt x="1667065" y="2167648"/>
                  </a:lnTo>
                  <a:lnTo>
                    <a:pt x="1658594" y="2177008"/>
                  </a:lnTo>
                  <a:lnTo>
                    <a:pt x="1652282" y="2182431"/>
                  </a:lnTo>
                  <a:lnTo>
                    <a:pt x="1648383" y="2185187"/>
                  </a:lnTo>
                  <a:lnTo>
                    <a:pt x="1646910" y="2190356"/>
                  </a:lnTo>
                  <a:lnTo>
                    <a:pt x="1646478" y="2192921"/>
                  </a:lnTo>
                  <a:lnTo>
                    <a:pt x="1646326" y="2195474"/>
                  </a:lnTo>
                  <a:lnTo>
                    <a:pt x="1646034" y="2198027"/>
                  </a:lnTo>
                  <a:lnTo>
                    <a:pt x="1645754" y="2198039"/>
                  </a:lnTo>
                  <a:lnTo>
                    <a:pt x="1645221" y="2200618"/>
                  </a:lnTo>
                  <a:lnTo>
                    <a:pt x="1645589" y="2205685"/>
                  </a:lnTo>
                  <a:lnTo>
                    <a:pt x="1646491" y="2208174"/>
                  </a:lnTo>
                  <a:lnTo>
                    <a:pt x="1646872" y="2208161"/>
                  </a:lnTo>
                  <a:lnTo>
                    <a:pt x="1647431" y="2210676"/>
                  </a:lnTo>
                  <a:lnTo>
                    <a:pt x="1648663" y="2222055"/>
                  </a:lnTo>
                  <a:lnTo>
                    <a:pt x="1650479" y="2232126"/>
                  </a:lnTo>
                  <a:lnTo>
                    <a:pt x="1651330" y="2234628"/>
                  </a:lnTo>
                  <a:lnTo>
                    <a:pt x="1651838" y="2237143"/>
                  </a:lnTo>
                  <a:lnTo>
                    <a:pt x="1652257" y="2239670"/>
                  </a:lnTo>
                  <a:lnTo>
                    <a:pt x="1652803" y="2249805"/>
                  </a:lnTo>
                  <a:lnTo>
                    <a:pt x="1654162" y="2257374"/>
                  </a:lnTo>
                  <a:lnTo>
                    <a:pt x="1657565" y="2271179"/>
                  </a:lnTo>
                  <a:lnTo>
                    <a:pt x="1657794" y="2273706"/>
                  </a:lnTo>
                  <a:lnTo>
                    <a:pt x="1657019" y="2278837"/>
                  </a:lnTo>
                  <a:lnTo>
                    <a:pt x="1656638" y="2278862"/>
                  </a:lnTo>
                  <a:lnTo>
                    <a:pt x="1656359" y="2281415"/>
                  </a:lnTo>
                  <a:lnTo>
                    <a:pt x="1656105" y="2283968"/>
                  </a:lnTo>
                  <a:lnTo>
                    <a:pt x="1655826" y="2286533"/>
                  </a:lnTo>
                  <a:lnTo>
                    <a:pt x="1655495" y="2286546"/>
                  </a:lnTo>
                  <a:lnTo>
                    <a:pt x="1654721" y="2289137"/>
                  </a:lnTo>
                  <a:lnTo>
                    <a:pt x="1654276" y="2296795"/>
                  </a:lnTo>
                  <a:lnTo>
                    <a:pt x="1654695" y="2301849"/>
                  </a:lnTo>
                  <a:lnTo>
                    <a:pt x="1654873" y="2304389"/>
                  </a:lnTo>
                  <a:lnTo>
                    <a:pt x="1654657" y="2308212"/>
                  </a:lnTo>
                  <a:lnTo>
                    <a:pt x="1653882" y="2313343"/>
                  </a:lnTo>
                  <a:lnTo>
                    <a:pt x="1653781" y="2315895"/>
                  </a:lnTo>
                  <a:lnTo>
                    <a:pt x="1654200" y="2315883"/>
                  </a:lnTo>
                  <a:lnTo>
                    <a:pt x="1653870" y="2318435"/>
                  </a:lnTo>
                  <a:lnTo>
                    <a:pt x="1653349" y="2321001"/>
                  </a:lnTo>
                  <a:lnTo>
                    <a:pt x="1652917" y="2323566"/>
                  </a:lnTo>
                  <a:lnTo>
                    <a:pt x="1652524" y="2326132"/>
                  </a:lnTo>
                  <a:lnTo>
                    <a:pt x="1652003" y="2328710"/>
                  </a:lnTo>
                  <a:lnTo>
                    <a:pt x="1651533" y="2328735"/>
                  </a:lnTo>
                  <a:lnTo>
                    <a:pt x="1651469" y="2331275"/>
                  </a:lnTo>
                  <a:lnTo>
                    <a:pt x="1652016" y="2341422"/>
                  </a:lnTo>
                  <a:lnTo>
                    <a:pt x="1654086" y="2346401"/>
                  </a:lnTo>
                  <a:lnTo>
                    <a:pt x="1657413" y="2352586"/>
                  </a:lnTo>
                  <a:lnTo>
                    <a:pt x="1658747" y="2352510"/>
                  </a:lnTo>
                  <a:lnTo>
                    <a:pt x="1659636" y="2357551"/>
                  </a:lnTo>
                  <a:lnTo>
                    <a:pt x="1659724" y="2360091"/>
                  </a:lnTo>
                  <a:lnTo>
                    <a:pt x="1659902" y="2365171"/>
                  </a:lnTo>
                  <a:lnTo>
                    <a:pt x="1660004" y="2367699"/>
                  </a:lnTo>
                  <a:lnTo>
                    <a:pt x="1663077" y="2394242"/>
                  </a:lnTo>
                  <a:lnTo>
                    <a:pt x="1667256" y="2406739"/>
                  </a:lnTo>
                  <a:lnTo>
                    <a:pt x="1668246" y="2411780"/>
                  </a:lnTo>
                  <a:lnTo>
                    <a:pt x="1668653" y="2419388"/>
                  </a:lnTo>
                  <a:lnTo>
                    <a:pt x="1667979" y="2421966"/>
                  </a:lnTo>
                  <a:lnTo>
                    <a:pt x="1665947" y="2422080"/>
                  </a:lnTo>
                  <a:lnTo>
                    <a:pt x="1665516" y="2424646"/>
                  </a:lnTo>
                  <a:lnTo>
                    <a:pt x="1664474" y="2424696"/>
                  </a:lnTo>
                  <a:lnTo>
                    <a:pt x="1663992" y="2427262"/>
                  </a:lnTo>
                  <a:lnTo>
                    <a:pt x="1661998" y="2427376"/>
                  </a:lnTo>
                  <a:lnTo>
                    <a:pt x="1658962" y="2430081"/>
                  </a:lnTo>
                  <a:lnTo>
                    <a:pt x="1655965" y="2432786"/>
                  </a:lnTo>
                  <a:lnTo>
                    <a:pt x="1650809" y="2441968"/>
                  </a:lnTo>
                  <a:lnTo>
                    <a:pt x="1643710" y="2447429"/>
                  </a:lnTo>
                  <a:lnTo>
                    <a:pt x="1640547" y="2452687"/>
                  </a:lnTo>
                  <a:lnTo>
                    <a:pt x="1638808" y="2457869"/>
                  </a:lnTo>
                  <a:lnTo>
                    <a:pt x="1637919" y="2463000"/>
                  </a:lnTo>
                  <a:lnTo>
                    <a:pt x="1635277" y="2465692"/>
                  </a:lnTo>
                  <a:lnTo>
                    <a:pt x="1632140" y="2470950"/>
                  </a:lnTo>
                  <a:lnTo>
                    <a:pt x="1627174" y="2476296"/>
                  </a:lnTo>
                  <a:lnTo>
                    <a:pt x="1623275" y="2485415"/>
                  </a:lnTo>
                  <a:lnTo>
                    <a:pt x="1619643" y="2493238"/>
                  </a:lnTo>
                  <a:lnTo>
                    <a:pt x="1615935" y="2503614"/>
                  </a:lnTo>
                  <a:lnTo>
                    <a:pt x="1615452" y="2503640"/>
                  </a:lnTo>
                  <a:lnTo>
                    <a:pt x="1614258" y="2506243"/>
                  </a:lnTo>
                  <a:lnTo>
                    <a:pt x="1613217" y="2508847"/>
                  </a:lnTo>
                  <a:lnTo>
                    <a:pt x="1611972" y="2508910"/>
                  </a:lnTo>
                  <a:lnTo>
                    <a:pt x="1610207" y="2511552"/>
                  </a:lnTo>
                  <a:lnTo>
                    <a:pt x="1609166" y="2514142"/>
                  </a:lnTo>
                  <a:lnTo>
                    <a:pt x="1608175" y="2516746"/>
                  </a:lnTo>
                  <a:lnTo>
                    <a:pt x="1607121" y="2519349"/>
                  </a:lnTo>
                  <a:lnTo>
                    <a:pt x="1606499" y="2519375"/>
                  </a:lnTo>
                  <a:lnTo>
                    <a:pt x="1606016" y="2521953"/>
                  </a:lnTo>
                  <a:lnTo>
                    <a:pt x="1605038" y="2522004"/>
                  </a:lnTo>
                  <a:lnTo>
                    <a:pt x="1604606" y="2524569"/>
                  </a:lnTo>
                  <a:lnTo>
                    <a:pt x="1604314" y="2524582"/>
                  </a:lnTo>
                  <a:lnTo>
                    <a:pt x="1603756" y="2528430"/>
                  </a:lnTo>
                  <a:lnTo>
                    <a:pt x="1605661" y="2530868"/>
                  </a:lnTo>
                  <a:lnTo>
                    <a:pt x="1611477" y="2535644"/>
                  </a:lnTo>
                  <a:lnTo>
                    <a:pt x="1614208" y="2538044"/>
                  </a:lnTo>
                  <a:lnTo>
                    <a:pt x="1618894" y="2542883"/>
                  </a:lnTo>
                  <a:lnTo>
                    <a:pt x="1621866" y="2547810"/>
                  </a:lnTo>
                  <a:lnTo>
                    <a:pt x="1627644" y="2552585"/>
                  </a:lnTo>
                  <a:lnTo>
                    <a:pt x="1632851" y="2557386"/>
                  </a:lnTo>
                  <a:lnTo>
                    <a:pt x="1639214" y="2557056"/>
                  </a:lnTo>
                  <a:lnTo>
                    <a:pt x="1649158" y="2559062"/>
                  </a:lnTo>
                  <a:lnTo>
                    <a:pt x="1667586" y="2558072"/>
                  </a:lnTo>
                  <a:lnTo>
                    <a:pt x="1670558" y="2555379"/>
                  </a:lnTo>
                  <a:lnTo>
                    <a:pt x="1672285" y="2555278"/>
                  </a:lnTo>
                  <a:lnTo>
                    <a:pt x="1672285" y="2552738"/>
                  </a:lnTo>
                  <a:lnTo>
                    <a:pt x="1672247" y="2550185"/>
                  </a:lnTo>
                  <a:lnTo>
                    <a:pt x="1671624" y="2550223"/>
                  </a:lnTo>
                  <a:lnTo>
                    <a:pt x="1671116" y="2547709"/>
                  </a:lnTo>
                  <a:lnTo>
                    <a:pt x="1670024" y="2547772"/>
                  </a:lnTo>
                  <a:lnTo>
                    <a:pt x="1669326" y="2545257"/>
                  </a:lnTo>
                  <a:lnTo>
                    <a:pt x="1665478" y="2545461"/>
                  </a:lnTo>
                  <a:lnTo>
                    <a:pt x="1659851" y="2543225"/>
                  </a:lnTo>
                  <a:lnTo>
                    <a:pt x="1656499" y="2540863"/>
                  </a:lnTo>
                  <a:lnTo>
                    <a:pt x="1654886" y="2538399"/>
                  </a:lnTo>
                  <a:lnTo>
                    <a:pt x="1653235" y="2535948"/>
                  </a:lnTo>
                  <a:lnTo>
                    <a:pt x="1649247" y="2528532"/>
                  </a:lnTo>
                  <a:lnTo>
                    <a:pt x="1649107" y="2525992"/>
                  </a:lnTo>
                  <a:lnTo>
                    <a:pt x="1650644" y="2522093"/>
                  </a:lnTo>
                  <a:lnTo>
                    <a:pt x="1652358" y="2516924"/>
                  </a:lnTo>
                  <a:lnTo>
                    <a:pt x="1654314" y="2511729"/>
                  </a:lnTo>
                  <a:lnTo>
                    <a:pt x="1654949" y="2504059"/>
                  </a:lnTo>
                  <a:lnTo>
                    <a:pt x="1653679" y="2499042"/>
                  </a:lnTo>
                  <a:lnTo>
                    <a:pt x="1652879" y="2496540"/>
                  </a:lnTo>
                  <a:lnTo>
                    <a:pt x="1653933" y="2493937"/>
                  </a:lnTo>
                  <a:lnTo>
                    <a:pt x="1654543" y="2493911"/>
                  </a:lnTo>
                  <a:lnTo>
                    <a:pt x="1655737" y="2491295"/>
                  </a:lnTo>
                  <a:lnTo>
                    <a:pt x="1656689" y="2491244"/>
                  </a:lnTo>
                  <a:lnTo>
                    <a:pt x="1658442" y="2488615"/>
                  </a:lnTo>
                  <a:lnTo>
                    <a:pt x="1664144" y="2480678"/>
                  </a:lnTo>
                  <a:lnTo>
                    <a:pt x="1670075" y="2471458"/>
                  </a:lnTo>
                  <a:lnTo>
                    <a:pt x="1677809" y="2463406"/>
                  </a:lnTo>
                  <a:lnTo>
                    <a:pt x="1685378" y="2455367"/>
                  </a:lnTo>
                  <a:lnTo>
                    <a:pt x="1693849" y="2447290"/>
                  </a:lnTo>
                  <a:lnTo>
                    <a:pt x="1699018" y="2444470"/>
                  </a:lnTo>
                  <a:lnTo>
                    <a:pt x="1702676" y="2439174"/>
                  </a:lnTo>
                  <a:lnTo>
                    <a:pt x="1705381" y="2436495"/>
                  </a:lnTo>
                  <a:lnTo>
                    <a:pt x="1706460" y="2432621"/>
                  </a:lnTo>
                  <a:lnTo>
                    <a:pt x="1707134" y="2430043"/>
                  </a:lnTo>
                  <a:lnTo>
                    <a:pt x="1707413" y="2430018"/>
                  </a:lnTo>
                  <a:lnTo>
                    <a:pt x="1708365" y="2427427"/>
                  </a:lnTo>
                  <a:lnTo>
                    <a:pt x="1709280" y="2424836"/>
                  </a:lnTo>
                  <a:lnTo>
                    <a:pt x="1710512" y="2422233"/>
                  </a:lnTo>
                  <a:lnTo>
                    <a:pt x="1711274" y="2422182"/>
                  </a:lnTo>
                  <a:lnTo>
                    <a:pt x="1711604" y="2419629"/>
                  </a:lnTo>
                  <a:lnTo>
                    <a:pt x="1711845" y="2417064"/>
                  </a:lnTo>
                  <a:lnTo>
                    <a:pt x="1712569" y="2414486"/>
                  </a:lnTo>
                  <a:lnTo>
                    <a:pt x="1714004" y="2406777"/>
                  </a:lnTo>
                  <a:lnTo>
                    <a:pt x="1715401" y="2396528"/>
                  </a:lnTo>
                  <a:lnTo>
                    <a:pt x="1715731" y="2387612"/>
                  </a:lnTo>
                  <a:lnTo>
                    <a:pt x="1716328" y="2381212"/>
                  </a:lnTo>
                  <a:lnTo>
                    <a:pt x="1720761" y="2384793"/>
                  </a:lnTo>
                  <a:lnTo>
                    <a:pt x="1723377" y="2391016"/>
                  </a:lnTo>
                  <a:lnTo>
                    <a:pt x="1726869" y="2395918"/>
                  </a:lnTo>
                  <a:lnTo>
                    <a:pt x="1728571" y="2395817"/>
                  </a:lnTo>
                  <a:lnTo>
                    <a:pt x="1739303" y="2407970"/>
                  </a:lnTo>
                  <a:lnTo>
                    <a:pt x="1740763" y="2410434"/>
                  </a:lnTo>
                  <a:lnTo>
                    <a:pt x="1742274" y="2412898"/>
                  </a:lnTo>
                  <a:lnTo>
                    <a:pt x="1743214" y="2415387"/>
                  </a:lnTo>
                  <a:lnTo>
                    <a:pt x="1744103" y="2417876"/>
                  </a:lnTo>
                  <a:lnTo>
                    <a:pt x="1744484" y="2417864"/>
                  </a:lnTo>
                  <a:lnTo>
                    <a:pt x="1745234" y="2420366"/>
                  </a:lnTo>
                  <a:lnTo>
                    <a:pt x="1746605" y="2422829"/>
                  </a:lnTo>
                  <a:lnTo>
                    <a:pt x="1747126" y="2422804"/>
                  </a:lnTo>
                  <a:lnTo>
                    <a:pt x="1747266" y="2425344"/>
                  </a:lnTo>
                  <a:lnTo>
                    <a:pt x="1748205" y="2425293"/>
                  </a:lnTo>
                  <a:lnTo>
                    <a:pt x="1749196" y="2427782"/>
                  </a:lnTo>
                  <a:lnTo>
                    <a:pt x="1749386" y="2427770"/>
                  </a:lnTo>
                  <a:lnTo>
                    <a:pt x="1758454" y="2469261"/>
                  </a:lnTo>
                  <a:lnTo>
                    <a:pt x="1761871" y="2477973"/>
                  </a:lnTo>
                  <a:lnTo>
                    <a:pt x="1764131" y="2482939"/>
                  </a:lnTo>
                  <a:lnTo>
                    <a:pt x="1765579" y="2487955"/>
                  </a:lnTo>
                  <a:lnTo>
                    <a:pt x="1766379" y="2490457"/>
                  </a:lnTo>
                  <a:lnTo>
                    <a:pt x="1767751" y="2492921"/>
                  </a:lnTo>
                  <a:lnTo>
                    <a:pt x="1768741" y="2495410"/>
                  </a:lnTo>
                  <a:lnTo>
                    <a:pt x="1769643" y="2495359"/>
                  </a:lnTo>
                  <a:lnTo>
                    <a:pt x="1771243" y="2500363"/>
                  </a:lnTo>
                  <a:lnTo>
                    <a:pt x="1772793" y="2502827"/>
                  </a:lnTo>
                  <a:lnTo>
                    <a:pt x="1774063" y="2505303"/>
                  </a:lnTo>
                  <a:lnTo>
                    <a:pt x="1774863" y="2507805"/>
                  </a:lnTo>
                  <a:lnTo>
                    <a:pt x="1775536" y="2507767"/>
                  </a:lnTo>
                  <a:lnTo>
                    <a:pt x="1776895" y="2510231"/>
                  </a:lnTo>
                  <a:lnTo>
                    <a:pt x="1777974" y="2515260"/>
                  </a:lnTo>
                  <a:lnTo>
                    <a:pt x="1779028" y="2519019"/>
                  </a:lnTo>
                  <a:lnTo>
                    <a:pt x="1781200" y="2523998"/>
                  </a:lnTo>
                  <a:lnTo>
                    <a:pt x="1782889" y="2528989"/>
                  </a:lnTo>
                  <a:lnTo>
                    <a:pt x="1784502" y="2531453"/>
                  </a:lnTo>
                  <a:lnTo>
                    <a:pt x="1831581" y="2528925"/>
                  </a:lnTo>
                  <a:close/>
                </a:path>
                <a:path w="2320925" h="3104515">
                  <a:moveTo>
                    <a:pt x="1866976" y="2527020"/>
                  </a:moveTo>
                  <a:lnTo>
                    <a:pt x="1864182" y="2524633"/>
                  </a:lnTo>
                  <a:lnTo>
                    <a:pt x="1861858" y="2524760"/>
                  </a:lnTo>
                  <a:lnTo>
                    <a:pt x="1857984" y="2522423"/>
                  </a:lnTo>
                  <a:lnTo>
                    <a:pt x="1856130" y="2522524"/>
                  </a:lnTo>
                  <a:lnTo>
                    <a:pt x="1849170" y="2525433"/>
                  </a:lnTo>
                  <a:lnTo>
                    <a:pt x="1843430" y="2528290"/>
                  </a:lnTo>
                  <a:lnTo>
                    <a:pt x="1784502" y="2531453"/>
                  </a:lnTo>
                  <a:lnTo>
                    <a:pt x="1786712" y="2536418"/>
                  </a:lnTo>
                  <a:lnTo>
                    <a:pt x="1787880" y="2541447"/>
                  </a:lnTo>
                  <a:lnTo>
                    <a:pt x="1789912" y="2546426"/>
                  </a:lnTo>
                  <a:lnTo>
                    <a:pt x="1791512" y="2548877"/>
                  </a:lnTo>
                  <a:lnTo>
                    <a:pt x="1793684" y="2551303"/>
                  </a:lnTo>
                  <a:lnTo>
                    <a:pt x="1794865" y="2553792"/>
                  </a:lnTo>
                  <a:lnTo>
                    <a:pt x="1794433" y="2553805"/>
                  </a:lnTo>
                  <a:lnTo>
                    <a:pt x="1794192" y="2556370"/>
                  </a:lnTo>
                  <a:lnTo>
                    <a:pt x="1795995" y="2558808"/>
                  </a:lnTo>
                  <a:lnTo>
                    <a:pt x="1803565" y="2558402"/>
                  </a:lnTo>
                  <a:lnTo>
                    <a:pt x="1813852" y="2555316"/>
                  </a:lnTo>
                  <a:lnTo>
                    <a:pt x="1821586" y="2552357"/>
                  </a:lnTo>
                  <a:lnTo>
                    <a:pt x="1825904" y="2549575"/>
                  </a:lnTo>
                  <a:lnTo>
                    <a:pt x="1835226" y="2546540"/>
                  </a:lnTo>
                  <a:lnTo>
                    <a:pt x="1842236" y="2543619"/>
                  </a:lnTo>
                  <a:lnTo>
                    <a:pt x="1847786" y="2543314"/>
                  </a:lnTo>
                  <a:lnTo>
                    <a:pt x="1852345" y="2540533"/>
                  </a:lnTo>
                  <a:lnTo>
                    <a:pt x="1856574" y="2537764"/>
                  </a:lnTo>
                  <a:lnTo>
                    <a:pt x="1866252" y="2529611"/>
                  </a:lnTo>
                  <a:lnTo>
                    <a:pt x="1866582" y="2529586"/>
                  </a:lnTo>
                  <a:lnTo>
                    <a:pt x="1866976" y="2527020"/>
                  </a:lnTo>
                  <a:close/>
                </a:path>
                <a:path w="2320925" h="3104515">
                  <a:moveTo>
                    <a:pt x="2188921" y="2641917"/>
                  </a:moveTo>
                  <a:lnTo>
                    <a:pt x="2187981" y="2639428"/>
                  </a:lnTo>
                  <a:lnTo>
                    <a:pt x="2187651" y="2639441"/>
                  </a:lnTo>
                  <a:lnTo>
                    <a:pt x="2186978" y="2642019"/>
                  </a:lnTo>
                  <a:lnTo>
                    <a:pt x="2188921" y="2641917"/>
                  </a:lnTo>
                  <a:close/>
                </a:path>
                <a:path w="2320925" h="3104515">
                  <a:moveTo>
                    <a:pt x="2196477" y="2649143"/>
                  </a:moveTo>
                  <a:lnTo>
                    <a:pt x="2196350" y="2646616"/>
                  </a:lnTo>
                  <a:lnTo>
                    <a:pt x="2195309" y="2646667"/>
                  </a:lnTo>
                  <a:lnTo>
                    <a:pt x="2194788" y="2644152"/>
                  </a:lnTo>
                  <a:lnTo>
                    <a:pt x="2194318" y="2644178"/>
                  </a:lnTo>
                  <a:lnTo>
                    <a:pt x="2192147" y="2641752"/>
                  </a:lnTo>
                  <a:lnTo>
                    <a:pt x="2189302" y="2641904"/>
                  </a:lnTo>
                  <a:lnTo>
                    <a:pt x="2189569" y="2644432"/>
                  </a:lnTo>
                  <a:lnTo>
                    <a:pt x="2189289" y="2644444"/>
                  </a:lnTo>
                  <a:lnTo>
                    <a:pt x="2189302" y="2641904"/>
                  </a:lnTo>
                  <a:lnTo>
                    <a:pt x="2186317" y="2642057"/>
                  </a:lnTo>
                  <a:lnTo>
                    <a:pt x="2186648" y="2639504"/>
                  </a:lnTo>
                  <a:lnTo>
                    <a:pt x="2177605" y="2639987"/>
                  </a:lnTo>
                  <a:lnTo>
                    <a:pt x="2175713" y="2637536"/>
                  </a:lnTo>
                  <a:lnTo>
                    <a:pt x="2175052" y="2640126"/>
                  </a:lnTo>
                  <a:lnTo>
                    <a:pt x="2173147" y="2640228"/>
                  </a:lnTo>
                  <a:lnTo>
                    <a:pt x="2172449" y="2637713"/>
                  </a:lnTo>
                  <a:lnTo>
                    <a:pt x="2171598" y="2637764"/>
                  </a:lnTo>
                  <a:lnTo>
                    <a:pt x="2170785" y="2640355"/>
                  </a:lnTo>
                  <a:lnTo>
                    <a:pt x="2170074" y="2637840"/>
                  </a:lnTo>
                  <a:lnTo>
                    <a:pt x="2169033" y="2637904"/>
                  </a:lnTo>
                  <a:lnTo>
                    <a:pt x="2168702" y="2640457"/>
                  </a:lnTo>
                  <a:lnTo>
                    <a:pt x="2169871" y="2640406"/>
                  </a:lnTo>
                  <a:lnTo>
                    <a:pt x="2168410" y="2640482"/>
                  </a:lnTo>
                  <a:lnTo>
                    <a:pt x="2167852" y="2637967"/>
                  </a:lnTo>
                  <a:lnTo>
                    <a:pt x="2159470" y="2638412"/>
                  </a:lnTo>
                  <a:lnTo>
                    <a:pt x="2159419" y="2640965"/>
                  </a:lnTo>
                  <a:lnTo>
                    <a:pt x="2157145" y="2641079"/>
                  </a:lnTo>
                  <a:lnTo>
                    <a:pt x="2149856" y="2638933"/>
                  </a:lnTo>
                  <a:lnTo>
                    <a:pt x="2141029" y="2641943"/>
                  </a:lnTo>
                  <a:lnTo>
                    <a:pt x="2135619" y="2647327"/>
                  </a:lnTo>
                  <a:lnTo>
                    <a:pt x="2132495" y="2650032"/>
                  </a:lnTo>
                  <a:lnTo>
                    <a:pt x="2130298" y="2655239"/>
                  </a:lnTo>
                  <a:lnTo>
                    <a:pt x="2130425" y="2657779"/>
                  </a:lnTo>
                  <a:lnTo>
                    <a:pt x="2128913" y="2657856"/>
                  </a:lnTo>
                  <a:lnTo>
                    <a:pt x="2128329" y="2662682"/>
                  </a:lnTo>
                  <a:lnTo>
                    <a:pt x="2128431" y="2665514"/>
                  </a:lnTo>
                  <a:lnTo>
                    <a:pt x="2128418" y="2668054"/>
                  </a:lnTo>
                  <a:lnTo>
                    <a:pt x="2190381" y="2664739"/>
                  </a:lnTo>
                  <a:lnTo>
                    <a:pt x="2191435" y="2662136"/>
                  </a:lnTo>
                  <a:lnTo>
                    <a:pt x="2191347" y="2659596"/>
                  </a:lnTo>
                  <a:lnTo>
                    <a:pt x="2191867" y="2659570"/>
                  </a:lnTo>
                  <a:lnTo>
                    <a:pt x="2191931" y="2659265"/>
                  </a:lnTo>
                  <a:lnTo>
                    <a:pt x="2192388" y="2656992"/>
                  </a:lnTo>
                  <a:lnTo>
                    <a:pt x="2192858" y="2654439"/>
                  </a:lnTo>
                  <a:lnTo>
                    <a:pt x="2193442" y="2654401"/>
                  </a:lnTo>
                  <a:lnTo>
                    <a:pt x="2193633" y="2651849"/>
                  </a:lnTo>
                  <a:lnTo>
                    <a:pt x="2194725" y="2651785"/>
                  </a:lnTo>
                  <a:lnTo>
                    <a:pt x="2196477" y="2649143"/>
                  </a:lnTo>
                  <a:close/>
                </a:path>
                <a:path w="2320925" h="3104515">
                  <a:moveTo>
                    <a:pt x="2285225" y="3074263"/>
                  </a:moveTo>
                  <a:lnTo>
                    <a:pt x="2281682" y="3071914"/>
                  </a:lnTo>
                  <a:lnTo>
                    <a:pt x="2271788" y="3069894"/>
                  </a:lnTo>
                  <a:lnTo>
                    <a:pt x="2270137" y="3067443"/>
                  </a:lnTo>
                  <a:lnTo>
                    <a:pt x="2269325" y="3067481"/>
                  </a:lnTo>
                  <a:lnTo>
                    <a:pt x="2269426" y="3064941"/>
                  </a:lnTo>
                  <a:lnTo>
                    <a:pt x="2269579" y="3062389"/>
                  </a:lnTo>
                  <a:lnTo>
                    <a:pt x="2269274" y="3058579"/>
                  </a:lnTo>
                  <a:lnTo>
                    <a:pt x="2267254" y="3056153"/>
                  </a:lnTo>
                  <a:lnTo>
                    <a:pt x="2265642" y="3053689"/>
                  </a:lnTo>
                  <a:lnTo>
                    <a:pt x="2264511" y="3053753"/>
                  </a:lnTo>
                  <a:lnTo>
                    <a:pt x="2260536" y="3048876"/>
                  </a:lnTo>
                  <a:lnTo>
                    <a:pt x="2260066" y="3048901"/>
                  </a:lnTo>
                  <a:lnTo>
                    <a:pt x="2259431" y="3038767"/>
                  </a:lnTo>
                  <a:lnTo>
                    <a:pt x="2257590" y="3036316"/>
                  </a:lnTo>
                  <a:lnTo>
                    <a:pt x="2255837" y="3033865"/>
                  </a:lnTo>
                  <a:lnTo>
                    <a:pt x="2255697" y="3033877"/>
                  </a:lnTo>
                  <a:lnTo>
                    <a:pt x="2255278" y="3031350"/>
                  </a:lnTo>
                  <a:lnTo>
                    <a:pt x="2254999" y="3028823"/>
                  </a:lnTo>
                  <a:lnTo>
                    <a:pt x="2253589" y="3021266"/>
                  </a:lnTo>
                  <a:lnTo>
                    <a:pt x="2252027" y="3012452"/>
                  </a:lnTo>
                  <a:lnTo>
                    <a:pt x="2250719" y="3007436"/>
                  </a:lnTo>
                  <a:lnTo>
                    <a:pt x="2249220" y="2999879"/>
                  </a:lnTo>
                  <a:lnTo>
                    <a:pt x="2248839" y="2997365"/>
                  </a:lnTo>
                  <a:lnTo>
                    <a:pt x="2248420" y="2994837"/>
                  </a:lnTo>
                  <a:lnTo>
                    <a:pt x="2247862" y="2994876"/>
                  </a:lnTo>
                  <a:lnTo>
                    <a:pt x="2247252" y="2992361"/>
                  </a:lnTo>
                  <a:lnTo>
                    <a:pt x="2246769" y="2992386"/>
                  </a:lnTo>
                  <a:lnTo>
                    <a:pt x="2246122" y="2989872"/>
                  </a:lnTo>
                  <a:lnTo>
                    <a:pt x="2245601" y="2987357"/>
                  </a:lnTo>
                  <a:lnTo>
                    <a:pt x="2244712" y="2984868"/>
                  </a:lnTo>
                  <a:lnTo>
                    <a:pt x="2243950" y="2984906"/>
                  </a:lnTo>
                  <a:lnTo>
                    <a:pt x="2242299" y="2979902"/>
                  </a:lnTo>
                  <a:lnTo>
                    <a:pt x="2242540" y="2977350"/>
                  </a:lnTo>
                  <a:lnTo>
                    <a:pt x="2242578" y="2970987"/>
                  </a:lnTo>
                  <a:lnTo>
                    <a:pt x="2241753" y="2963405"/>
                  </a:lnTo>
                  <a:lnTo>
                    <a:pt x="2240623" y="2958376"/>
                  </a:lnTo>
                  <a:lnTo>
                    <a:pt x="2240203" y="2955848"/>
                  </a:lnTo>
                  <a:lnTo>
                    <a:pt x="2239403" y="2953359"/>
                  </a:lnTo>
                  <a:lnTo>
                    <a:pt x="2238032" y="2950883"/>
                  </a:lnTo>
                  <a:lnTo>
                    <a:pt x="2236190" y="2948444"/>
                  </a:lnTo>
                  <a:lnTo>
                    <a:pt x="2235987" y="2945904"/>
                  </a:lnTo>
                  <a:lnTo>
                    <a:pt x="2235784" y="2943377"/>
                  </a:lnTo>
                  <a:lnTo>
                    <a:pt x="2234806" y="2935795"/>
                  </a:lnTo>
                  <a:lnTo>
                    <a:pt x="2232939" y="2926994"/>
                  </a:lnTo>
                  <a:lnTo>
                    <a:pt x="2230158" y="2919514"/>
                  </a:lnTo>
                  <a:lnTo>
                    <a:pt x="2225941" y="2907017"/>
                  </a:lnTo>
                  <a:lnTo>
                    <a:pt x="2222525" y="2899575"/>
                  </a:lnTo>
                  <a:lnTo>
                    <a:pt x="2219617" y="2894634"/>
                  </a:lnTo>
                  <a:lnTo>
                    <a:pt x="2216467" y="2885910"/>
                  </a:lnTo>
                  <a:lnTo>
                    <a:pt x="2213051" y="2881007"/>
                  </a:lnTo>
                  <a:lnTo>
                    <a:pt x="2210739" y="2878582"/>
                  </a:lnTo>
                  <a:lnTo>
                    <a:pt x="2209469" y="2876105"/>
                  </a:lnTo>
                  <a:lnTo>
                    <a:pt x="2209381" y="2873565"/>
                  </a:lnTo>
                  <a:lnTo>
                    <a:pt x="2209190" y="2873578"/>
                  </a:lnTo>
                  <a:lnTo>
                    <a:pt x="2208288" y="2871076"/>
                  </a:lnTo>
                  <a:lnTo>
                    <a:pt x="2207488" y="2871127"/>
                  </a:lnTo>
                  <a:lnTo>
                    <a:pt x="2206777" y="2868625"/>
                  </a:lnTo>
                  <a:lnTo>
                    <a:pt x="2206079" y="2868663"/>
                  </a:lnTo>
                  <a:lnTo>
                    <a:pt x="2204847" y="2866174"/>
                  </a:lnTo>
                  <a:lnTo>
                    <a:pt x="2199741" y="2861360"/>
                  </a:lnTo>
                  <a:lnTo>
                    <a:pt x="2196338" y="2859011"/>
                  </a:lnTo>
                  <a:lnTo>
                    <a:pt x="2207844" y="2858389"/>
                  </a:lnTo>
                  <a:lnTo>
                    <a:pt x="2207285" y="2855874"/>
                  </a:lnTo>
                  <a:lnTo>
                    <a:pt x="2205634" y="2855963"/>
                  </a:lnTo>
                  <a:lnTo>
                    <a:pt x="2205024" y="2853448"/>
                  </a:lnTo>
                  <a:lnTo>
                    <a:pt x="2203196" y="2834475"/>
                  </a:lnTo>
                  <a:lnTo>
                    <a:pt x="2202192" y="2816720"/>
                  </a:lnTo>
                  <a:lnTo>
                    <a:pt x="2203208" y="2800134"/>
                  </a:lnTo>
                  <a:lnTo>
                    <a:pt x="2203539" y="2797568"/>
                  </a:lnTo>
                  <a:lnTo>
                    <a:pt x="2203691" y="2792476"/>
                  </a:lnTo>
                  <a:lnTo>
                    <a:pt x="2203424" y="2787408"/>
                  </a:lnTo>
                  <a:lnTo>
                    <a:pt x="2203869" y="2779750"/>
                  </a:lnTo>
                  <a:lnTo>
                    <a:pt x="2204542" y="2777172"/>
                  </a:lnTo>
                  <a:lnTo>
                    <a:pt x="2205583" y="2774569"/>
                  </a:lnTo>
                  <a:lnTo>
                    <a:pt x="2205507" y="2772029"/>
                  </a:lnTo>
                  <a:lnTo>
                    <a:pt x="2198243" y="2745714"/>
                  </a:lnTo>
                  <a:lnTo>
                    <a:pt x="2193328" y="2738348"/>
                  </a:lnTo>
                  <a:lnTo>
                    <a:pt x="2190165" y="2733421"/>
                  </a:lnTo>
                  <a:lnTo>
                    <a:pt x="2187194" y="2731046"/>
                  </a:lnTo>
                  <a:lnTo>
                    <a:pt x="2185251" y="2728607"/>
                  </a:lnTo>
                  <a:lnTo>
                    <a:pt x="2184069" y="2728671"/>
                  </a:lnTo>
                  <a:lnTo>
                    <a:pt x="2182749" y="2726194"/>
                  </a:lnTo>
                  <a:lnTo>
                    <a:pt x="2181720" y="2723705"/>
                  </a:lnTo>
                  <a:lnTo>
                    <a:pt x="2180590" y="2721216"/>
                  </a:lnTo>
                  <a:lnTo>
                    <a:pt x="2180348" y="2721229"/>
                  </a:lnTo>
                  <a:lnTo>
                    <a:pt x="2179878" y="2718714"/>
                  </a:lnTo>
                  <a:lnTo>
                    <a:pt x="2179078" y="2718765"/>
                  </a:lnTo>
                  <a:lnTo>
                    <a:pt x="2178634" y="2714968"/>
                  </a:lnTo>
                  <a:lnTo>
                    <a:pt x="2178393" y="2714980"/>
                  </a:lnTo>
                  <a:lnTo>
                    <a:pt x="2177504" y="2712478"/>
                  </a:lnTo>
                  <a:lnTo>
                    <a:pt x="2176754" y="2709976"/>
                  </a:lnTo>
                  <a:lnTo>
                    <a:pt x="2175954" y="2707475"/>
                  </a:lnTo>
                  <a:lnTo>
                    <a:pt x="2175383" y="2707513"/>
                  </a:lnTo>
                  <a:lnTo>
                    <a:pt x="2175243" y="2704973"/>
                  </a:lnTo>
                  <a:lnTo>
                    <a:pt x="2178710" y="2704782"/>
                  </a:lnTo>
                  <a:lnTo>
                    <a:pt x="2179459" y="2702217"/>
                  </a:lnTo>
                  <a:lnTo>
                    <a:pt x="2180234" y="2702166"/>
                  </a:lnTo>
                  <a:lnTo>
                    <a:pt x="2181466" y="2699550"/>
                  </a:lnTo>
                  <a:lnTo>
                    <a:pt x="2184273" y="2694317"/>
                  </a:lnTo>
                  <a:lnTo>
                    <a:pt x="2187130" y="2686532"/>
                  </a:lnTo>
                  <a:lnTo>
                    <a:pt x="2187283" y="2681440"/>
                  </a:lnTo>
                  <a:lnTo>
                    <a:pt x="2187333" y="2678900"/>
                  </a:lnTo>
                  <a:lnTo>
                    <a:pt x="2187714" y="2678874"/>
                  </a:lnTo>
                  <a:lnTo>
                    <a:pt x="2188108" y="2676309"/>
                  </a:lnTo>
                  <a:lnTo>
                    <a:pt x="2189340" y="2676233"/>
                  </a:lnTo>
                  <a:lnTo>
                    <a:pt x="2189683" y="2672410"/>
                  </a:lnTo>
                  <a:lnTo>
                    <a:pt x="2190508" y="2672359"/>
                  </a:lnTo>
                  <a:lnTo>
                    <a:pt x="2190508" y="2669819"/>
                  </a:lnTo>
                  <a:lnTo>
                    <a:pt x="2189950" y="2667304"/>
                  </a:lnTo>
                  <a:lnTo>
                    <a:pt x="2190800" y="2667254"/>
                  </a:lnTo>
                  <a:lnTo>
                    <a:pt x="2190623" y="2664726"/>
                  </a:lnTo>
                  <a:lnTo>
                    <a:pt x="2190381" y="2664739"/>
                  </a:lnTo>
                  <a:lnTo>
                    <a:pt x="2164473" y="2666136"/>
                  </a:lnTo>
                  <a:lnTo>
                    <a:pt x="2164473" y="2673756"/>
                  </a:lnTo>
                  <a:lnTo>
                    <a:pt x="2129066" y="2675661"/>
                  </a:lnTo>
                  <a:lnTo>
                    <a:pt x="2129028" y="2673108"/>
                  </a:lnTo>
                  <a:lnTo>
                    <a:pt x="2129256" y="2673096"/>
                  </a:lnTo>
                  <a:lnTo>
                    <a:pt x="2129396" y="2675636"/>
                  </a:lnTo>
                  <a:lnTo>
                    <a:pt x="2164473" y="2673756"/>
                  </a:lnTo>
                  <a:lnTo>
                    <a:pt x="2164473" y="2666136"/>
                  </a:lnTo>
                  <a:lnTo>
                    <a:pt x="2128228" y="2668066"/>
                  </a:lnTo>
                  <a:lnTo>
                    <a:pt x="2128278" y="2670606"/>
                  </a:lnTo>
                  <a:lnTo>
                    <a:pt x="2128316" y="2673146"/>
                  </a:lnTo>
                  <a:lnTo>
                    <a:pt x="2128405" y="2675686"/>
                  </a:lnTo>
                  <a:lnTo>
                    <a:pt x="2128507" y="2679496"/>
                  </a:lnTo>
                  <a:lnTo>
                    <a:pt x="2128405" y="2682049"/>
                  </a:lnTo>
                  <a:lnTo>
                    <a:pt x="2153462" y="2680716"/>
                  </a:lnTo>
                  <a:lnTo>
                    <a:pt x="2128266" y="2682062"/>
                  </a:lnTo>
                  <a:lnTo>
                    <a:pt x="2126932" y="2687218"/>
                  </a:lnTo>
                  <a:lnTo>
                    <a:pt x="2131288" y="2686977"/>
                  </a:lnTo>
                  <a:lnTo>
                    <a:pt x="2130717" y="2689555"/>
                  </a:lnTo>
                  <a:lnTo>
                    <a:pt x="2130907" y="2689542"/>
                  </a:lnTo>
                  <a:lnTo>
                    <a:pt x="2131415" y="2692069"/>
                  </a:lnTo>
                  <a:lnTo>
                    <a:pt x="2131555" y="2692057"/>
                  </a:lnTo>
                  <a:lnTo>
                    <a:pt x="2131822" y="2694419"/>
                  </a:lnTo>
                  <a:lnTo>
                    <a:pt x="2131949" y="2694419"/>
                  </a:lnTo>
                  <a:lnTo>
                    <a:pt x="2131834" y="2694584"/>
                  </a:lnTo>
                  <a:lnTo>
                    <a:pt x="2130031" y="2697226"/>
                  </a:lnTo>
                  <a:lnTo>
                    <a:pt x="2130691" y="2697188"/>
                  </a:lnTo>
                  <a:lnTo>
                    <a:pt x="2130310" y="2699753"/>
                  </a:lnTo>
                  <a:lnTo>
                    <a:pt x="2130831" y="2702268"/>
                  </a:lnTo>
                  <a:lnTo>
                    <a:pt x="2131301" y="2699702"/>
                  </a:lnTo>
                  <a:lnTo>
                    <a:pt x="2131542" y="2699689"/>
                  </a:lnTo>
                  <a:lnTo>
                    <a:pt x="2131720" y="2702217"/>
                  </a:lnTo>
                  <a:lnTo>
                    <a:pt x="2132622" y="2702179"/>
                  </a:lnTo>
                  <a:lnTo>
                    <a:pt x="2132622" y="2704719"/>
                  </a:lnTo>
                  <a:lnTo>
                    <a:pt x="2132482" y="2704719"/>
                  </a:lnTo>
                  <a:lnTo>
                    <a:pt x="2130907" y="2707348"/>
                  </a:lnTo>
                  <a:lnTo>
                    <a:pt x="2126640" y="2710129"/>
                  </a:lnTo>
                  <a:lnTo>
                    <a:pt x="2120709" y="2712986"/>
                  </a:lnTo>
                  <a:lnTo>
                    <a:pt x="2112238" y="2722346"/>
                  </a:lnTo>
                  <a:lnTo>
                    <a:pt x="2105926" y="2727769"/>
                  </a:lnTo>
                  <a:lnTo>
                    <a:pt x="2102027" y="2730525"/>
                  </a:lnTo>
                  <a:lnTo>
                    <a:pt x="2100554" y="2735694"/>
                  </a:lnTo>
                  <a:lnTo>
                    <a:pt x="2100122" y="2738259"/>
                  </a:lnTo>
                  <a:lnTo>
                    <a:pt x="2099970" y="2740812"/>
                  </a:lnTo>
                  <a:lnTo>
                    <a:pt x="2099678" y="2743365"/>
                  </a:lnTo>
                  <a:lnTo>
                    <a:pt x="2099398" y="2743377"/>
                  </a:lnTo>
                  <a:lnTo>
                    <a:pt x="2098865" y="2745956"/>
                  </a:lnTo>
                  <a:lnTo>
                    <a:pt x="2099233" y="2751023"/>
                  </a:lnTo>
                  <a:lnTo>
                    <a:pt x="2100135" y="2753512"/>
                  </a:lnTo>
                  <a:lnTo>
                    <a:pt x="2100503" y="2753499"/>
                  </a:lnTo>
                  <a:lnTo>
                    <a:pt x="2101075" y="2756014"/>
                  </a:lnTo>
                  <a:lnTo>
                    <a:pt x="2102294" y="2767393"/>
                  </a:lnTo>
                  <a:lnTo>
                    <a:pt x="2104123" y="2777464"/>
                  </a:lnTo>
                  <a:lnTo>
                    <a:pt x="2104974" y="2779966"/>
                  </a:lnTo>
                  <a:lnTo>
                    <a:pt x="2105482" y="2782481"/>
                  </a:lnTo>
                  <a:lnTo>
                    <a:pt x="2105901" y="2785008"/>
                  </a:lnTo>
                  <a:lnTo>
                    <a:pt x="2106447" y="2795143"/>
                  </a:lnTo>
                  <a:lnTo>
                    <a:pt x="2107806" y="2802712"/>
                  </a:lnTo>
                  <a:lnTo>
                    <a:pt x="2111210" y="2816517"/>
                  </a:lnTo>
                  <a:lnTo>
                    <a:pt x="2111438" y="2819044"/>
                  </a:lnTo>
                  <a:lnTo>
                    <a:pt x="2110663" y="2824175"/>
                  </a:lnTo>
                  <a:lnTo>
                    <a:pt x="2110282" y="2824200"/>
                  </a:lnTo>
                  <a:lnTo>
                    <a:pt x="2110003" y="2826753"/>
                  </a:lnTo>
                  <a:lnTo>
                    <a:pt x="2109749" y="2829306"/>
                  </a:lnTo>
                  <a:lnTo>
                    <a:pt x="2109470" y="2831871"/>
                  </a:lnTo>
                  <a:lnTo>
                    <a:pt x="2109127" y="2831884"/>
                  </a:lnTo>
                  <a:lnTo>
                    <a:pt x="2108365" y="2834475"/>
                  </a:lnTo>
                  <a:lnTo>
                    <a:pt x="2107920" y="2842133"/>
                  </a:lnTo>
                  <a:lnTo>
                    <a:pt x="2108339" y="2847187"/>
                  </a:lnTo>
                  <a:lnTo>
                    <a:pt x="2108517" y="2849727"/>
                  </a:lnTo>
                  <a:lnTo>
                    <a:pt x="2108301" y="2853550"/>
                  </a:lnTo>
                  <a:lnTo>
                    <a:pt x="2107527" y="2858681"/>
                  </a:lnTo>
                  <a:lnTo>
                    <a:pt x="2107425" y="2861233"/>
                  </a:lnTo>
                  <a:lnTo>
                    <a:pt x="2107844" y="2861221"/>
                  </a:lnTo>
                  <a:lnTo>
                    <a:pt x="2107514" y="2863773"/>
                  </a:lnTo>
                  <a:lnTo>
                    <a:pt x="2106993" y="2866339"/>
                  </a:lnTo>
                  <a:lnTo>
                    <a:pt x="2106561" y="2868904"/>
                  </a:lnTo>
                  <a:lnTo>
                    <a:pt x="2106168" y="2871470"/>
                  </a:lnTo>
                  <a:lnTo>
                    <a:pt x="2105647" y="2874048"/>
                  </a:lnTo>
                  <a:lnTo>
                    <a:pt x="2105177" y="2874073"/>
                  </a:lnTo>
                  <a:lnTo>
                    <a:pt x="2105113" y="2876613"/>
                  </a:lnTo>
                  <a:lnTo>
                    <a:pt x="2105660" y="2886760"/>
                  </a:lnTo>
                  <a:lnTo>
                    <a:pt x="2107730" y="2891739"/>
                  </a:lnTo>
                  <a:lnTo>
                    <a:pt x="2111057" y="2897924"/>
                  </a:lnTo>
                  <a:lnTo>
                    <a:pt x="2112391" y="2897848"/>
                  </a:lnTo>
                  <a:lnTo>
                    <a:pt x="2113280" y="2902889"/>
                  </a:lnTo>
                  <a:lnTo>
                    <a:pt x="2113369" y="2905429"/>
                  </a:lnTo>
                  <a:lnTo>
                    <a:pt x="2113546" y="2910509"/>
                  </a:lnTo>
                  <a:lnTo>
                    <a:pt x="2113635" y="2913037"/>
                  </a:lnTo>
                  <a:lnTo>
                    <a:pt x="2114042" y="2923197"/>
                  </a:lnTo>
                  <a:lnTo>
                    <a:pt x="2114397" y="2928264"/>
                  </a:lnTo>
                  <a:lnTo>
                    <a:pt x="2114575" y="2930804"/>
                  </a:lnTo>
                  <a:lnTo>
                    <a:pt x="2115413" y="2935846"/>
                  </a:lnTo>
                  <a:lnTo>
                    <a:pt x="2116721" y="2939592"/>
                  </a:lnTo>
                  <a:lnTo>
                    <a:pt x="2120900" y="2952077"/>
                  </a:lnTo>
                  <a:lnTo>
                    <a:pt x="2121890" y="2957118"/>
                  </a:lnTo>
                  <a:lnTo>
                    <a:pt x="2122297" y="2964726"/>
                  </a:lnTo>
                  <a:lnTo>
                    <a:pt x="2121624" y="2967304"/>
                  </a:lnTo>
                  <a:lnTo>
                    <a:pt x="2119592" y="2967418"/>
                  </a:lnTo>
                  <a:lnTo>
                    <a:pt x="2119160" y="2969984"/>
                  </a:lnTo>
                  <a:lnTo>
                    <a:pt x="2118106" y="2970034"/>
                  </a:lnTo>
                  <a:lnTo>
                    <a:pt x="2117636" y="2972600"/>
                  </a:lnTo>
                  <a:lnTo>
                    <a:pt x="2115642" y="2972714"/>
                  </a:lnTo>
                  <a:lnTo>
                    <a:pt x="2112607" y="2975419"/>
                  </a:lnTo>
                  <a:lnTo>
                    <a:pt x="2109609" y="2978124"/>
                  </a:lnTo>
                  <a:lnTo>
                    <a:pt x="2104453" y="2987306"/>
                  </a:lnTo>
                  <a:lnTo>
                    <a:pt x="2097354" y="2992767"/>
                  </a:lnTo>
                  <a:lnTo>
                    <a:pt x="2094191" y="2998025"/>
                  </a:lnTo>
                  <a:lnTo>
                    <a:pt x="2092452" y="3003207"/>
                  </a:lnTo>
                  <a:lnTo>
                    <a:pt x="2091563" y="3008338"/>
                  </a:lnTo>
                  <a:lnTo>
                    <a:pt x="2088921" y="3011030"/>
                  </a:lnTo>
                  <a:lnTo>
                    <a:pt x="2085784" y="3016288"/>
                  </a:lnTo>
                  <a:lnTo>
                    <a:pt x="2080818" y="3021634"/>
                  </a:lnTo>
                  <a:lnTo>
                    <a:pt x="2076919" y="3030753"/>
                  </a:lnTo>
                  <a:lnTo>
                    <a:pt x="2073287" y="3038576"/>
                  </a:lnTo>
                  <a:lnTo>
                    <a:pt x="2069579" y="3048952"/>
                  </a:lnTo>
                  <a:lnTo>
                    <a:pt x="2069096" y="3048978"/>
                  </a:lnTo>
                  <a:lnTo>
                    <a:pt x="2067902" y="3051581"/>
                  </a:lnTo>
                  <a:lnTo>
                    <a:pt x="2066861" y="3054185"/>
                  </a:lnTo>
                  <a:lnTo>
                    <a:pt x="2065616" y="3054248"/>
                  </a:lnTo>
                  <a:lnTo>
                    <a:pt x="2063851" y="3056890"/>
                  </a:lnTo>
                  <a:lnTo>
                    <a:pt x="2062810" y="3059480"/>
                  </a:lnTo>
                  <a:lnTo>
                    <a:pt x="2061819" y="3062084"/>
                  </a:lnTo>
                  <a:lnTo>
                    <a:pt x="2060765" y="3064687"/>
                  </a:lnTo>
                  <a:lnTo>
                    <a:pt x="2060143" y="3064713"/>
                  </a:lnTo>
                  <a:lnTo>
                    <a:pt x="2059660" y="3067291"/>
                  </a:lnTo>
                  <a:lnTo>
                    <a:pt x="2058682" y="3067342"/>
                  </a:lnTo>
                  <a:lnTo>
                    <a:pt x="2058250" y="3069907"/>
                  </a:lnTo>
                  <a:lnTo>
                    <a:pt x="2057958" y="3069920"/>
                  </a:lnTo>
                  <a:lnTo>
                    <a:pt x="2057400" y="3073768"/>
                  </a:lnTo>
                  <a:lnTo>
                    <a:pt x="2059305" y="3076206"/>
                  </a:lnTo>
                  <a:lnTo>
                    <a:pt x="2065121" y="3080982"/>
                  </a:lnTo>
                  <a:lnTo>
                    <a:pt x="2067852" y="3083382"/>
                  </a:lnTo>
                  <a:lnTo>
                    <a:pt x="2072538" y="3088221"/>
                  </a:lnTo>
                  <a:lnTo>
                    <a:pt x="2075510" y="3093148"/>
                  </a:lnTo>
                  <a:lnTo>
                    <a:pt x="2081288" y="3097923"/>
                  </a:lnTo>
                  <a:lnTo>
                    <a:pt x="2086495" y="3102724"/>
                  </a:lnTo>
                  <a:lnTo>
                    <a:pt x="2092858" y="3102394"/>
                  </a:lnTo>
                  <a:lnTo>
                    <a:pt x="2102802" y="3104400"/>
                  </a:lnTo>
                  <a:lnTo>
                    <a:pt x="2121230" y="3103410"/>
                  </a:lnTo>
                  <a:lnTo>
                    <a:pt x="2124202" y="3100717"/>
                  </a:lnTo>
                  <a:lnTo>
                    <a:pt x="2125929" y="3100616"/>
                  </a:lnTo>
                  <a:lnTo>
                    <a:pt x="2125929" y="3098076"/>
                  </a:lnTo>
                  <a:lnTo>
                    <a:pt x="2125891" y="3095523"/>
                  </a:lnTo>
                  <a:lnTo>
                    <a:pt x="2125268" y="3095561"/>
                  </a:lnTo>
                  <a:lnTo>
                    <a:pt x="2124760" y="3093047"/>
                  </a:lnTo>
                  <a:lnTo>
                    <a:pt x="2123668" y="3093110"/>
                  </a:lnTo>
                  <a:lnTo>
                    <a:pt x="2122970" y="3090595"/>
                  </a:lnTo>
                  <a:lnTo>
                    <a:pt x="2119122" y="3090799"/>
                  </a:lnTo>
                  <a:lnTo>
                    <a:pt x="2113496" y="3088563"/>
                  </a:lnTo>
                  <a:lnTo>
                    <a:pt x="2110143" y="3086201"/>
                  </a:lnTo>
                  <a:lnTo>
                    <a:pt x="2108530" y="3083737"/>
                  </a:lnTo>
                  <a:lnTo>
                    <a:pt x="2106879" y="3081286"/>
                  </a:lnTo>
                  <a:lnTo>
                    <a:pt x="2102891" y="3073870"/>
                  </a:lnTo>
                  <a:lnTo>
                    <a:pt x="2102751" y="3071330"/>
                  </a:lnTo>
                  <a:lnTo>
                    <a:pt x="2104288" y="3067431"/>
                  </a:lnTo>
                  <a:lnTo>
                    <a:pt x="2106003" y="3062262"/>
                  </a:lnTo>
                  <a:lnTo>
                    <a:pt x="2107958" y="3057067"/>
                  </a:lnTo>
                  <a:lnTo>
                    <a:pt x="2108593" y="3049397"/>
                  </a:lnTo>
                  <a:lnTo>
                    <a:pt x="2107323" y="3044380"/>
                  </a:lnTo>
                  <a:lnTo>
                    <a:pt x="2106523" y="3041878"/>
                  </a:lnTo>
                  <a:lnTo>
                    <a:pt x="2107577" y="3039275"/>
                  </a:lnTo>
                  <a:lnTo>
                    <a:pt x="2108187" y="3039249"/>
                  </a:lnTo>
                  <a:lnTo>
                    <a:pt x="2109381" y="3036633"/>
                  </a:lnTo>
                  <a:lnTo>
                    <a:pt x="2110333" y="3036582"/>
                  </a:lnTo>
                  <a:lnTo>
                    <a:pt x="2112086" y="3033953"/>
                  </a:lnTo>
                  <a:lnTo>
                    <a:pt x="2117788" y="3026016"/>
                  </a:lnTo>
                  <a:lnTo>
                    <a:pt x="2123719" y="3016796"/>
                  </a:lnTo>
                  <a:lnTo>
                    <a:pt x="2131453" y="3008744"/>
                  </a:lnTo>
                  <a:lnTo>
                    <a:pt x="2139023" y="3000705"/>
                  </a:lnTo>
                  <a:lnTo>
                    <a:pt x="2147493" y="2992628"/>
                  </a:lnTo>
                  <a:lnTo>
                    <a:pt x="2152662" y="2989808"/>
                  </a:lnTo>
                  <a:lnTo>
                    <a:pt x="2156320" y="2984525"/>
                  </a:lnTo>
                  <a:lnTo>
                    <a:pt x="2159025" y="2981833"/>
                  </a:lnTo>
                  <a:lnTo>
                    <a:pt x="2160105" y="2977959"/>
                  </a:lnTo>
                  <a:lnTo>
                    <a:pt x="2160778" y="2975381"/>
                  </a:lnTo>
                  <a:lnTo>
                    <a:pt x="2161057" y="2975368"/>
                  </a:lnTo>
                  <a:lnTo>
                    <a:pt x="2162010" y="2972765"/>
                  </a:lnTo>
                  <a:lnTo>
                    <a:pt x="2162924" y="2970174"/>
                  </a:lnTo>
                  <a:lnTo>
                    <a:pt x="2164156" y="2967571"/>
                  </a:lnTo>
                  <a:lnTo>
                    <a:pt x="2164918" y="2967520"/>
                  </a:lnTo>
                  <a:lnTo>
                    <a:pt x="2165248" y="2964967"/>
                  </a:lnTo>
                  <a:lnTo>
                    <a:pt x="2165489" y="2962402"/>
                  </a:lnTo>
                  <a:lnTo>
                    <a:pt x="2166213" y="2959824"/>
                  </a:lnTo>
                  <a:lnTo>
                    <a:pt x="2167648" y="2952115"/>
                  </a:lnTo>
                  <a:lnTo>
                    <a:pt x="2169045" y="2941866"/>
                  </a:lnTo>
                  <a:lnTo>
                    <a:pt x="2169376" y="2932950"/>
                  </a:lnTo>
                  <a:lnTo>
                    <a:pt x="2169972" y="2926550"/>
                  </a:lnTo>
                  <a:lnTo>
                    <a:pt x="2174405" y="2930131"/>
                  </a:lnTo>
                  <a:lnTo>
                    <a:pt x="2177021" y="2936354"/>
                  </a:lnTo>
                  <a:lnTo>
                    <a:pt x="2180513" y="2941256"/>
                  </a:lnTo>
                  <a:lnTo>
                    <a:pt x="2182215" y="2941155"/>
                  </a:lnTo>
                  <a:lnTo>
                    <a:pt x="2192947" y="2953308"/>
                  </a:lnTo>
                  <a:lnTo>
                    <a:pt x="2194407" y="2955772"/>
                  </a:lnTo>
                  <a:lnTo>
                    <a:pt x="2195919" y="2958236"/>
                  </a:lnTo>
                  <a:lnTo>
                    <a:pt x="2196858" y="2960725"/>
                  </a:lnTo>
                  <a:lnTo>
                    <a:pt x="2197747" y="2963214"/>
                  </a:lnTo>
                  <a:lnTo>
                    <a:pt x="2198128" y="2963202"/>
                  </a:lnTo>
                  <a:lnTo>
                    <a:pt x="2198878" y="2965704"/>
                  </a:lnTo>
                  <a:lnTo>
                    <a:pt x="2200249" y="2968167"/>
                  </a:lnTo>
                  <a:lnTo>
                    <a:pt x="2200770" y="2968142"/>
                  </a:lnTo>
                  <a:lnTo>
                    <a:pt x="2200910" y="2970682"/>
                  </a:lnTo>
                  <a:lnTo>
                    <a:pt x="2201849" y="2970631"/>
                  </a:lnTo>
                  <a:lnTo>
                    <a:pt x="2202840" y="2973120"/>
                  </a:lnTo>
                  <a:lnTo>
                    <a:pt x="2203031" y="2973108"/>
                  </a:lnTo>
                  <a:lnTo>
                    <a:pt x="2212098" y="3014599"/>
                  </a:lnTo>
                  <a:lnTo>
                    <a:pt x="2215515" y="3023311"/>
                  </a:lnTo>
                  <a:lnTo>
                    <a:pt x="2217775" y="3028277"/>
                  </a:lnTo>
                  <a:lnTo>
                    <a:pt x="2219223" y="3033293"/>
                  </a:lnTo>
                  <a:lnTo>
                    <a:pt x="2220023" y="3035795"/>
                  </a:lnTo>
                  <a:lnTo>
                    <a:pt x="2221395" y="3038259"/>
                  </a:lnTo>
                  <a:lnTo>
                    <a:pt x="2222385" y="3040748"/>
                  </a:lnTo>
                  <a:lnTo>
                    <a:pt x="2223287" y="3040697"/>
                  </a:lnTo>
                  <a:lnTo>
                    <a:pt x="2224887" y="3045701"/>
                  </a:lnTo>
                  <a:lnTo>
                    <a:pt x="2226437" y="3048165"/>
                  </a:lnTo>
                  <a:lnTo>
                    <a:pt x="2227707" y="3050641"/>
                  </a:lnTo>
                  <a:lnTo>
                    <a:pt x="2228507" y="3053143"/>
                  </a:lnTo>
                  <a:lnTo>
                    <a:pt x="2229180" y="3053105"/>
                  </a:lnTo>
                  <a:lnTo>
                    <a:pt x="2230539" y="3055569"/>
                  </a:lnTo>
                  <a:lnTo>
                    <a:pt x="2231618" y="3060611"/>
                  </a:lnTo>
                  <a:lnTo>
                    <a:pt x="2232672" y="3064357"/>
                  </a:lnTo>
                  <a:lnTo>
                    <a:pt x="2234844" y="3069336"/>
                  </a:lnTo>
                  <a:lnTo>
                    <a:pt x="2236533" y="3074327"/>
                  </a:lnTo>
                  <a:lnTo>
                    <a:pt x="2238146" y="3076791"/>
                  </a:lnTo>
                  <a:lnTo>
                    <a:pt x="2285225" y="3074263"/>
                  </a:lnTo>
                  <a:close/>
                </a:path>
                <a:path w="2320925" h="3104515">
                  <a:moveTo>
                    <a:pt x="2320620" y="3072358"/>
                  </a:moveTo>
                  <a:lnTo>
                    <a:pt x="2317826" y="3069971"/>
                  </a:lnTo>
                  <a:lnTo>
                    <a:pt x="2315502" y="3070098"/>
                  </a:lnTo>
                  <a:lnTo>
                    <a:pt x="2311628" y="3067761"/>
                  </a:lnTo>
                  <a:lnTo>
                    <a:pt x="2309774" y="3067862"/>
                  </a:lnTo>
                  <a:lnTo>
                    <a:pt x="2302814" y="3070771"/>
                  </a:lnTo>
                  <a:lnTo>
                    <a:pt x="2297074" y="3073628"/>
                  </a:lnTo>
                  <a:lnTo>
                    <a:pt x="2238146" y="3076791"/>
                  </a:lnTo>
                  <a:lnTo>
                    <a:pt x="2240356" y="3081756"/>
                  </a:lnTo>
                  <a:lnTo>
                    <a:pt x="2241524" y="3086785"/>
                  </a:lnTo>
                  <a:lnTo>
                    <a:pt x="2243556" y="3091764"/>
                  </a:lnTo>
                  <a:lnTo>
                    <a:pt x="2245156" y="3094215"/>
                  </a:lnTo>
                  <a:lnTo>
                    <a:pt x="2247328" y="3096641"/>
                  </a:lnTo>
                  <a:lnTo>
                    <a:pt x="2248509" y="3099130"/>
                  </a:lnTo>
                  <a:lnTo>
                    <a:pt x="2248077" y="3099143"/>
                  </a:lnTo>
                  <a:lnTo>
                    <a:pt x="2247836" y="3101708"/>
                  </a:lnTo>
                  <a:lnTo>
                    <a:pt x="2249627" y="3104146"/>
                  </a:lnTo>
                  <a:lnTo>
                    <a:pt x="2257209" y="3103740"/>
                  </a:lnTo>
                  <a:lnTo>
                    <a:pt x="2267496" y="3100654"/>
                  </a:lnTo>
                  <a:lnTo>
                    <a:pt x="2275230" y="3097695"/>
                  </a:lnTo>
                  <a:lnTo>
                    <a:pt x="2279548" y="3094913"/>
                  </a:lnTo>
                  <a:lnTo>
                    <a:pt x="2288870" y="3091878"/>
                  </a:lnTo>
                  <a:lnTo>
                    <a:pt x="2295880" y="3088957"/>
                  </a:lnTo>
                  <a:lnTo>
                    <a:pt x="2301430" y="3088652"/>
                  </a:lnTo>
                  <a:lnTo>
                    <a:pt x="2305989" y="3085871"/>
                  </a:lnTo>
                  <a:lnTo>
                    <a:pt x="2310219" y="3083102"/>
                  </a:lnTo>
                  <a:lnTo>
                    <a:pt x="2319896" y="3074949"/>
                  </a:lnTo>
                  <a:lnTo>
                    <a:pt x="2320226" y="3074924"/>
                  </a:lnTo>
                  <a:lnTo>
                    <a:pt x="2320620" y="3072358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62097" y="2495029"/>
              <a:ext cx="4004310" cy="507365"/>
            </a:xfrm>
            <a:custGeom>
              <a:avLst/>
              <a:gdLst/>
              <a:ahLst/>
              <a:cxnLst/>
              <a:rect l="l" t="t" r="r" b="b"/>
              <a:pathLst>
                <a:path w="4004309" h="507364">
                  <a:moveTo>
                    <a:pt x="4004182" y="0"/>
                  </a:moveTo>
                  <a:lnTo>
                    <a:pt x="0" y="0"/>
                  </a:lnTo>
                  <a:lnTo>
                    <a:pt x="0" y="506869"/>
                  </a:lnTo>
                  <a:lnTo>
                    <a:pt x="4004182" y="506869"/>
                  </a:lnTo>
                  <a:lnTo>
                    <a:pt x="400418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62097" y="2495029"/>
              <a:ext cx="4004310" cy="507365"/>
            </a:xfrm>
            <a:custGeom>
              <a:avLst/>
              <a:gdLst/>
              <a:ahLst/>
              <a:cxnLst/>
              <a:rect l="l" t="t" r="r" b="b"/>
              <a:pathLst>
                <a:path w="4004309" h="507364">
                  <a:moveTo>
                    <a:pt x="0" y="506869"/>
                  </a:moveTo>
                  <a:lnTo>
                    <a:pt x="4004182" y="506869"/>
                  </a:lnTo>
                  <a:lnTo>
                    <a:pt x="4004182" y="0"/>
                  </a:lnTo>
                  <a:lnTo>
                    <a:pt x="0" y="0"/>
                  </a:lnTo>
                  <a:lnTo>
                    <a:pt x="0" y="506869"/>
                  </a:lnTo>
                  <a:close/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168779" y="1344326"/>
            <a:ext cx="4261485" cy="3723640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25"/>
              </a:spcBef>
              <a:buSzPct val="125000"/>
              <a:buFont typeface="Arial MT"/>
              <a:buChar char="•"/>
              <a:tabLst>
                <a:tab pos="354965" algn="l"/>
              </a:tabLst>
            </a:pP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Focus</a:t>
            </a:r>
            <a:endParaRPr sz="2000">
              <a:latin typeface="Times New Roman"/>
              <a:cs typeface="Times New Roman"/>
            </a:endParaRPr>
          </a:p>
          <a:p>
            <a:pPr marL="635635" lvl="1" indent="-343535">
              <a:lnSpc>
                <a:spcPct val="100000"/>
              </a:lnSpc>
              <a:spcBef>
                <a:spcPts val="2020"/>
              </a:spcBef>
              <a:buSzPct val="125000"/>
              <a:buFont typeface="Arial MT"/>
              <a:buChar char="•"/>
              <a:tabLst>
                <a:tab pos="635635" algn="l"/>
              </a:tabLst>
            </a:pP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Introduction</a:t>
            </a:r>
            <a:endParaRPr sz="2000">
              <a:latin typeface="Times New Roman"/>
              <a:cs typeface="Times New Roman"/>
            </a:endParaRPr>
          </a:p>
          <a:p>
            <a:pPr marL="916305" lvl="2" indent="-342900">
              <a:lnSpc>
                <a:spcPct val="100000"/>
              </a:lnSpc>
              <a:spcBef>
                <a:spcPts val="1985"/>
              </a:spcBef>
              <a:buSzPct val="121951"/>
              <a:buFont typeface="Arial MT"/>
              <a:buChar char="•"/>
              <a:tabLst>
                <a:tab pos="916305" algn="l"/>
              </a:tabLst>
            </a:pPr>
            <a:r>
              <a:rPr sz="20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Literature</a:t>
            </a:r>
            <a:r>
              <a:rPr sz="205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Survey</a:t>
            </a:r>
            <a:endParaRPr sz="2050">
              <a:latin typeface="Times New Roman"/>
              <a:cs typeface="Times New Roman"/>
            </a:endParaRPr>
          </a:p>
          <a:p>
            <a:pPr marL="1101090" lvl="3" indent="-342265">
              <a:lnSpc>
                <a:spcPct val="100000"/>
              </a:lnSpc>
              <a:spcBef>
                <a:spcPts val="1345"/>
              </a:spcBef>
              <a:buSzPct val="125000"/>
              <a:buFont typeface="Arial MT"/>
              <a:buChar char="•"/>
              <a:tabLst>
                <a:tab pos="1101090" algn="l"/>
              </a:tabLst>
            </a:pP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Challenges</a:t>
            </a:r>
            <a:endParaRPr sz="2000">
              <a:latin typeface="Times New Roman"/>
              <a:cs typeface="Times New Roman"/>
            </a:endParaRPr>
          </a:p>
          <a:p>
            <a:pPr marL="1348740" lvl="4" indent="-342900">
              <a:lnSpc>
                <a:spcPct val="100000"/>
              </a:lnSpc>
              <a:spcBef>
                <a:spcPts val="1440"/>
              </a:spcBef>
              <a:buSzPct val="138888"/>
              <a:buFont typeface="Arial MT"/>
              <a:buChar char="•"/>
              <a:tabLst>
                <a:tab pos="1348740" algn="l"/>
              </a:tabLst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Research</a:t>
            </a:r>
            <a:r>
              <a:rPr sz="18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Objectives</a:t>
            </a:r>
            <a:endParaRPr sz="1800">
              <a:latin typeface="Times New Roman"/>
              <a:cs typeface="Times New Roman"/>
            </a:endParaRPr>
          </a:p>
          <a:p>
            <a:pPr lvl="4">
              <a:lnSpc>
                <a:spcPct val="100000"/>
              </a:lnSpc>
              <a:spcBef>
                <a:spcPts val="335"/>
              </a:spcBef>
              <a:buClr>
                <a:srgbClr val="FFFFFF"/>
              </a:buClr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1565275" lvl="5" indent="-342900">
              <a:lnSpc>
                <a:spcPct val="100000"/>
              </a:lnSpc>
              <a:buSzPct val="138888"/>
              <a:buFont typeface="Arial MT"/>
              <a:buChar char="•"/>
              <a:tabLst>
                <a:tab pos="1565275" algn="l"/>
              </a:tabLst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Conclusion</a:t>
            </a:r>
            <a:r>
              <a:rPr sz="18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Future</a:t>
            </a:r>
            <a:r>
              <a:rPr sz="18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Work</a:t>
            </a:r>
            <a:endParaRPr sz="1800">
              <a:latin typeface="Times New Roman"/>
              <a:cs typeface="Times New Roman"/>
            </a:endParaRPr>
          </a:p>
          <a:p>
            <a:pPr lvl="5">
              <a:lnSpc>
                <a:spcPct val="100000"/>
              </a:lnSpc>
              <a:spcBef>
                <a:spcPts val="145"/>
              </a:spcBef>
              <a:buClr>
                <a:srgbClr val="FFFFFF"/>
              </a:buClr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1852295" lvl="6" indent="-342900">
              <a:lnSpc>
                <a:spcPct val="100000"/>
              </a:lnSpc>
              <a:buSzPct val="125000"/>
              <a:buFont typeface="Arial MT"/>
              <a:buChar char="•"/>
              <a:tabLst>
                <a:tab pos="1852295" algn="l"/>
              </a:tabLst>
            </a:pP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References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43968" y="68664"/>
            <a:ext cx="1394411" cy="4806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6092" rIns="0" bIns="0" rtlCol="0">
            <a:spAutoFit/>
          </a:bodyPr>
          <a:lstStyle/>
          <a:p>
            <a:pPr marL="1555115">
              <a:lnSpc>
                <a:spcPct val="100000"/>
              </a:lnSpc>
              <a:spcBef>
                <a:spcPts val="100"/>
              </a:spcBef>
            </a:pPr>
            <a:r>
              <a:rPr sz="3600" spc="-40" dirty="0"/>
              <a:t>Problem</a:t>
            </a:r>
            <a:r>
              <a:rPr sz="3600" spc="-335" dirty="0"/>
              <a:t> </a:t>
            </a:r>
            <a:r>
              <a:rPr sz="3600" spc="-10" dirty="0"/>
              <a:t>Statement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2587" y="68664"/>
            <a:ext cx="1424872" cy="4806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10818" y="1545462"/>
            <a:ext cx="10298430" cy="4384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Times New Roman"/>
                <a:cs typeface="Times New Roman"/>
              </a:rPr>
              <a:t>Problem</a:t>
            </a:r>
            <a:r>
              <a:rPr sz="2200" b="1" spc="-114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Statement:-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200" spc="-10" dirty="0">
                <a:latin typeface="Times New Roman"/>
                <a:cs typeface="Times New Roman"/>
              </a:rPr>
              <a:t>Traditional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taxi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booking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often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require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install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dedicated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applications,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create </a:t>
            </a:r>
            <a:r>
              <a:rPr sz="2200" dirty="0">
                <a:latin typeface="Times New Roman"/>
                <a:cs typeface="Times New Roman"/>
              </a:rPr>
              <a:t>accounts,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navigate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multiple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screens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book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ride.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inconvenient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users </a:t>
            </a:r>
            <a:r>
              <a:rPr sz="2200" dirty="0">
                <a:latin typeface="Times New Roman"/>
                <a:cs typeface="Times New Roman"/>
              </a:rPr>
              <a:t>who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prefer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simple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familiar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communication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platforms.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Additionally,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lack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of</a:t>
            </a:r>
            <a:r>
              <a:rPr sz="2200" spc="55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seamless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real-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-10" dirty="0">
                <a:latin typeface="Times New Roman"/>
                <a:cs typeface="Times New Roman"/>
              </a:rPr>
              <a:t> communication</a:t>
            </a:r>
            <a:r>
              <a:rPr sz="2200" dirty="0">
                <a:latin typeface="Times New Roman"/>
                <a:cs typeface="Times New Roman"/>
              </a:rPr>
              <a:t> between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passengers,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drivers,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administrators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lead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delays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inefficient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ride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management.</a:t>
            </a:r>
            <a:endParaRPr sz="2200">
              <a:latin typeface="Times New Roman"/>
              <a:cs typeface="Times New Roman"/>
            </a:endParaRPr>
          </a:p>
          <a:p>
            <a:pPr marL="12700" marR="168275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WhatsApp-</a:t>
            </a:r>
            <a:r>
              <a:rPr sz="2200" b="1" dirty="0">
                <a:latin typeface="Times New Roman"/>
                <a:cs typeface="Times New Roman"/>
              </a:rPr>
              <a:t>Integrated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Smart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spc="-35" dirty="0">
                <a:latin typeface="Times New Roman"/>
                <a:cs typeface="Times New Roman"/>
              </a:rPr>
              <a:t>Taxi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Booking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Real-</a:t>
            </a:r>
            <a:r>
              <a:rPr sz="2200" b="1" dirty="0">
                <a:latin typeface="Times New Roman"/>
                <a:cs typeface="Times New Roman"/>
              </a:rPr>
              <a:t>Time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Ride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Management </a:t>
            </a:r>
            <a:r>
              <a:rPr sz="2200" b="1" dirty="0">
                <a:latin typeface="Times New Roman"/>
                <a:cs typeface="Times New Roman"/>
              </a:rPr>
              <a:t>System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aims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solve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these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challenges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providing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convenient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taxi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booking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service </a:t>
            </a:r>
            <a:r>
              <a:rPr sz="2200" dirty="0">
                <a:latin typeface="Times New Roman"/>
                <a:cs typeface="Times New Roman"/>
              </a:rPr>
              <a:t>through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WhatsApp.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enables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book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rides,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share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pickup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destination </a:t>
            </a:r>
            <a:r>
              <a:rPr sz="2200" dirty="0">
                <a:latin typeface="Times New Roman"/>
                <a:cs typeface="Times New Roman"/>
              </a:rPr>
              <a:t>details,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receive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driver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information,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track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ride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status,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get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booking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updates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through </a:t>
            </a:r>
            <a:r>
              <a:rPr sz="2200" dirty="0">
                <a:latin typeface="Times New Roman"/>
                <a:cs typeface="Times New Roman"/>
              </a:rPr>
              <a:t>WhatsApp.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also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helps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drivers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manage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ride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requests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allows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administrators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to </a:t>
            </a:r>
            <a:r>
              <a:rPr sz="2200" dirty="0">
                <a:latin typeface="Times New Roman"/>
                <a:cs typeface="Times New Roman"/>
              </a:rPr>
              <a:t>efficiently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monitor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users,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drivers,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bookings.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proposed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improves accessibility,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communication,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overall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efficiency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taxi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booking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ride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management</a:t>
            </a:r>
            <a:r>
              <a:rPr sz="1800" spc="-10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011" rIns="0" bIns="0" rtlCol="0">
            <a:spAutoFit/>
          </a:bodyPr>
          <a:lstStyle/>
          <a:p>
            <a:pPr marL="2453005">
              <a:lnSpc>
                <a:spcPct val="100000"/>
              </a:lnSpc>
              <a:spcBef>
                <a:spcPts val="100"/>
              </a:spcBef>
            </a:pPr>
            <a:r>
              <a:rPr sz="3600" spc="-35" dirty="0"/>
              <a:t>Objectives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2587" y="68664"/>
            <a:ext cx="1424872" cy="4806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90066" y="1334261"/>
            <a:ext cx="9833610" cy="4384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8450" algn="l"/>
              </a:tabLst>
            </a:pPr>
            <a:r>
              <a:rPr sz="2200" b="1" spc="-80" dirty="0">
                <a:latin typeface="Times New Roman"/>
                <a:cs typeface="Times New Roman"/>
              </a:rPr>
              <a:t>To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provide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easy</a:t>
            </a:r>
            <a:r>
              <a:rPr sz="2200" b="1" spc="-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taxi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booking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through</a:t>
            </a:r>
            <a:r>
              <a:rPr sz="2200" b="1" spc="-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WhatsApp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without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requiring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separate</a:t>
            </a:r>
            <a:endParaRPr sz="22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mobile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application.</a:t>
            </a:r>
            <a:endParaRPr sz="22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2200" b="1" spc="-80" dirty="0">
                <a:latin typeface="Times New Roman"/>
                <a:cs typeface="Times New Roman"/>
              </a:rPr>
              <a:t>To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automate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driver</a:t>
            </a:r>
            <a:r>
              <a:rPr sz="2200" b="1" spc="-10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assignment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based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driver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availability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location.</a:t>
            </a:r>
            <a:endParaRPr sz="22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2200" b="1" spc="-80" dirty="0">
                <a:latin typeface="Times New Roman"/>
                <a:cs typeface="Times New Roman"/>
              </a:rPr>
              <a:t>To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enable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real-</a:t>
            </a:r>
            <a:r>
              <a:rPr sz="2200" b="1" dirty="0">
                <a:latin typeface="Times New Roman"/>
                <a:cs typeface="Times New Roman"/>
              </a:rPr>
              <a:t>time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ride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tracking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live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ride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status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updates.</a:t>
            </a:r>
            <a:endParaRPr sz="2200">
              <a:latin typeface="Times New Roman"/>
              <a:cs typeface="Times New Roman"/>
            </a:endParaRPr>
          </a:p>
          <a:p>
            <a:pPr marL="297815" marR="847725" indent="-28575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200" b="1" spc="-80" dirty="0">
                <a:latin typeface="Times New Roman"/>
                <a:cs typeface="Times New Roman"/>
              </a:rPr>
              <a:t>To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improve</a:t>
            </a:r>
            <a:r>
              <a:rPr sz="2200" b="1" spc="-10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communication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between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passengers,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drivers,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administrators 	</a:t>
            </a:r>
            <a:r>
              <a:rPr sz="2200" dirty="0">
                <a:latin typeface="Times New Roman"/>
                <a:cs typeface="Times New Roman"/>
              </a:rPr>
              <a:t>through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WhatsApp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notifications.</a:t>
            </a:r>
            <a:endParaRPr sz="22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2200" b="1" spc="-90" dirty="0">
                <a:latin typeface="Times New Roman"/>
                <a:cs typeface="Times New Roman"/>
              </a:rPr>
              <a:t>To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manage</a:t>
            </a:r>
            <a:r>
              <a:rPr sz="2200" b="1" spc="-10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taxi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bookings</a:t>
            </a:r>
            <a:r>
              <a:rPr sz="2200" b="1" spc="-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efficiently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including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booking,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acceptance,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cancellation,</a:t>
            </a:r>
            <a:endParaRPr sz="22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ride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completion.</a:t>
            </a:r>
            <a:endParaRPr sz="22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2200" b="1" spc="-80" dirty="0">
                <a:latin typeface="Times New Roman"/>
                <a:cs typeface="Times New Roman"/>
              </a:rPr>
              <a:t>To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provide</a:t>
            </a:r>
            <a:r>
              <a:rPr sz="2200" b="1" spc="-7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fare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estimation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-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trip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details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better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transparency.</a:t>
            </a:r>
            <a:endParaRPr sz="2200">
              <a:latin typeface="Times New Roman"/>
              <a:cs typeface="Times New Roman"/>
            </a:endParaRPr>
          </a:p>
          <a:p>
            <a:pPr marL="297815" marR="474980" indent="-28575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200" b="1" spc="-80" dirty="0">
                <a:latin typeface="Times New Roman"/>
                <a:cs typeface="Times New Roman"/>
              </a:rPr>
              <a:t>To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develop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admin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dashboard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managing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users,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drivers,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vehicles,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ride 	</a:t>
            </a:r>
            <a:r>
              <a:rPr sz="2200" spc="-10" dirty="0">
                <a:latin typeface="Times New Roman"/>
                <a:cs typeface="Times New Roman"/>
              </a:rPr>
              <a:t>records.</a:t>
            </a:r>
            <a:endParaRPr sz="2200">
              <a:latin typeface="Times New Roman"/>
              <a:cs typeface="Times New Roman"/>
            </a:endParaRPr>
          </a:p>
          <a:p>
            <a:pPr marL="297815" marR="5080" indent="-28575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200" b="1" spc="-80" dirty="0">
                <a:latin typeface="Times New Roman"/>
                <a:cs typeface="Times New Roman"/>
              </a:rPr>
              <a:t>To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improve</a:t>
            </a:r>
            <a:r>
              <a:rPr sz="2200" b="1" spc="-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overall</a:t>
            </a:r>
            <a:r>
              <a:rPr sz="2200" b="1" spc="-7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convenience,</a:t>
            </a:r>
            <a:r>
              <a:rPr sz="2200" b="1" spc="-7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efficiency,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-7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accessibility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taxi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transportation 	services.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68300" y="683133"/>
          <a:ext cx="11641454" cy="5525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5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5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7350"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Authors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28575">
                      <a:solidFill>
                        <a:srgbClr val="155F82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8511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Paper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28575">
                      <a:solidFill>
                        <a:srgbClr val="155F82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59499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Methodology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28575">
                      <a:solidFill>
                        <a:srgbClr val="155F82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96266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Inferences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28575">
                      <a:solidFill>
                        <a:srgbClr val="155F82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622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Limitation/Future</a:t>
                      </a:r>
                      <a:r>
                        <a:rPr sz="18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work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28575">
                      <a:solidFill>
                        <a:srgbClr val="155F82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780">
                <a:tc>
                  <a:txBody>
                    <a:bodyPr/>
                    <a:lstStyle/>
                    <a:p>
                      <a:pPr marL="90805" marR="233045">
                        <a:lnSpc>
                          <a:spcPct val="100699"/>
                        </a:lnSpc>
                        <a:spcBef>
                          <a:spcPts val="245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Correia</a:t>
                      </a:r>
                      <a:r>
                        <a:rPr sz="14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70" dirty="0">
                          <a:latin typeface="Trebuchet MS"/>
                          <a:cs typeface="Trebuchet MS"/>
                        </a:rPr>
                        <a:t>et </a:t>
                      </a:r>
                      <a:r>
                        <a:rPr sz="1400" spc="-65" dirty="0">
                          <a:latin typeface="Trebuchet MS"/>
                          <a:cs typeface="Trebuchet MS"/>
                        </a:rPr>
                        <a:t>al.</a:t>
                      </a:r>
                      <a:r>
                        <a:rPr sz="14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[1]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28575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  <a:solidFill>
                      <a:srgbClr val="155F8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13030">
                        <a:lnSpc>
                          <a:spcPct val="100200"/>
                        </a:lnSpc>
                        <a:spcBef>
                          <a:spcPts val="254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4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Generic</a:t>
                      </a:r>
                      <a:r>
                        <a:rPr sz="14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Data-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Driven Recommendation</a:t>
                      </a:r>
                      <a:r>
                        <a:rPr sz="14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System </a:t>
                      </a:r>
                      <a:r>
                        <a:rPr sz="1400" spc="-65" dirty="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14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Large-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Scale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Regular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4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Ride-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Hailing</a:t>
                      </a:r>
                      <a:r>
                        <a:rPr sz="14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Taxi Services,</a:t>
                      </a:r>
                      <a:r>
                        <a:rPr sz="14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Electronics,</a:t>
                      </a:r>
                      <a:r>
                        <a:rPr sz="14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2020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28575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  <a:solidFill>
                      <a:srgbClr val="155F8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82550" indent="-16510">
                        <a:lnSpc>
                          <a:spcPct val="100000"/>
                        </a:lnSpc>
                        <a:spcBef>
                          <a:spcPts val="259"/>
                        </a:spcBef>
                        <a:buSzPct val="92857"/>
                        <a:buChar char="•"/>
                        <a:tabLst>
                          <a:tab pos="174625" algn="l"/>
                        </a:tabLst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	Real-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time 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taxi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customer 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14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collection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1440" marR="85725" indent="119380">
                        <a:lnSpc>
                          <a:spcPct val="100000"/>
                        </a:lnSpc>
                        <a:buSzPct val="92857"/>
                        <a:buChar char="•"/>
                        <a:tabLst>
                          <a:tab pos="210820" algn="l"/>
                        </a:tabLst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Demand</a:t>
                      </a:r>
                      <a:r>
                        <a:rPr sz="1400" spc="2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prediction</a:t>
                      </a:r>
                      <a:r>
                        <a:rPr sz="1400" spc="2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•</a:t>
                      </a:r>
                      <a:r>
                        <a:rPr sz="1400" spc="2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80" dirty="0">
                          <a:latin typeface="Trebuchet MS"/>
                          <a:cs typeface="Trebuchet MS"/>
                        </a:rPr>
                        <a:t>Taxi-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to-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region</a:t>
                      </a:r>
                      <a:r>
                        <a:rPr sz="14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matching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211454" indent="-120014">
                        <a:lnSpc>
                          <a:spcPct val="100000"/>
                        </a:lnSpc>
                        <a:spcBef>
                          <a:spcPts val="10"/>
                        </a:spcBef>
                        <a:buSzPct val="92857"/>
                        <a:buChar char="•"/>
                        <a:tabLst>
                          <a:tab pos="211454" algn="l"/>
                        </a:tabLst>
                      </a:pPr>
                      <a:r>
                        <a:rPr sz="1400" spc="-20" dirty="0">
                          <a:latin typeface="Trebuchet MS"/>
                          <a:cs typeface="Trebuchet MS"/>
                        </a:rPr>
                        <a:t>Route</a:t>
                      </a:r>
                      <a:r>
                        <a:rPr sz="14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planning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28575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  <a:solidFill>
                      <a:srgbClr val="155F8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4455" indent="210185">
                        <a:lnSpc>
                          <a:spcPct val="100000"/>
                        </a:lnSpc>
                        <a:spcBef>
                          <a:spcPts val="259"/>
                        </a:spcBef>
                        <a:buChar char="•"/>
                        <a:tabLst>
                          <a:tab pos="302260" algn="l"/>
                        </a:tabLst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Improves</a:t>
                      </a:r>
                      <a:r>
                        <a:rPr sz="1400" spc="3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taxi</a:t>
                      </a:r>
                      <a:r>
                        <a:rPr sz="1400" spc="3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allocation</a:t>
                      </a:r>
                      <a:r>
                        <a:rPr sz="1400" spc="3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using </a:t>
                      </a:r>
                      <a:r>
                        <a:rPr sz="1400" spc="-55" dirty="0">
                          <a:latin typeface="Trebuchet MS"/>
                          <a:cs typeface="Trebuchet MS"/>
                        </a:rPr>
                        <a:t>real-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time</a:t>
                      </a:r>
                      <a:r>
                        <a:rPr sz="14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information.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 marR="83820" indent="180340">
                        <a:lnSpc>
                          <a:spcPct val="100000"/>
                        </a:lnSpc>
                        <a:buChar char="•"/>
                        <a:tabLst>
                          <a:tab pos="272415" algn="l"/>
                        </a:tabLst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Helps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match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available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taxis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with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customer</a:t>
                      </a:r>
                      <a:r>
                        <a:rPr sz="14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demand.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 marR="84455" indent="266700">
                        <a:lnSpc>
                          <a:spcPts val="1689"/>
                        </a:lnSpc>
                        <a:spcBef>
                          <a:spcPts val="45"/>
                        </a:spcBef>
                        <a:buChar char="•"/>
                        <a:tabLst>
                          <a:tab pos="358775" algn="l"/>
                          <a:tab pos="1204595" algn="l"/>
                          <a:tab pos="1980564" algn="l"/>
                        </a:tabLst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Supports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efficient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1400" spc="-55" dirty="0">
                          <a:latin typeface="Trebuchet MS"/>
                          <a:cs typeface="Trebuchet MS"/>
                        </a:rPr>
                        <a:t>ride-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hailing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operations.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28575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  <a:solidFill>
                      <a:srgbClr val="155F8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52729" indent="119380">
                        <a:lnSpc>
                          <a:spcPct val="100000"/>
                        </a:lnSpc>
                        <a:spcBef>
                          <a:spcPts val="259"/>
                        </a:spcBef>
                        <a:buChar char="•"/>
                        <a:tabLst>
                          <a:tab pos="211454" algn="l"/>
                        </a:tabLst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Focuses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mainly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taxi recommendation</a:t>
                      </a:r>
                      <a:r>
                        <a:rPr sz="14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4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allocation.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 marR="448309" indent="119380">
                        <a:lnSpc>
                          <a:spcPct val="100000"/>
                        </a:lnSpc>
                        <a:buChar char="•"/>
                        <a:tabLst>
                          <a:tab pos="211454" algn="l"/>
                        </a:tabLst>
                      </a:pPr>
                      <a:r>
                        <a:rPr sz="1400" spc="50" dirty="0">
                          <a:latin typeface="Trebuchet MS"/>
                          <a:cs typeface="Trebuchet MS"/>
                        </a:rPr>
                        <a:t>Does</a:t>
                      </a:r>
                      <a:r>
                        <a:rPr sz="14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sz="14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provide</a:t>
                      </a:r>
                      <a:r>
                        <a:rPr sz="14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WhatsApp-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based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booking.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 marR="189865" indent="119380">
                        <a:lnSpc>
                          <a:spcPts val="1689"/>
                        </a:lnSpc>
                        <a:spcBef>
                          <a:spcPts val="45"/>
                        </a:spcBef>
                        <a:buChar char="•"/>
                        <a:tabLst>
                          <a:tab pos="211454" algn="l"/>
                        </a:tabLst>
                      </a:pPr>
                      <a:r>
                        <a:rPr sz="1400" spc="-50" dirty="0">
                          <a:latin typeface="Trebuchet MS"/>
                          <a:cs typeface="Trebuchet MS"/>
                        </a:rPr>
                        <a:t>Future</a:t>
                      </a:r>
                      <a:r>
                        <a:rPr sz="14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work</a:t>
                      </a:r>
                      <a:r>
                        <a:rPr sz="14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can</a:t>
                      </a:r>
                      <a:r>
                        <a:rPr sz="14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integrate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conversational</a:t>
                      </a:r>
                      <a:r>
                        <a:rPr sz="14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booking</a:t>
                      </a:r>
                      <a:r>
                        <a:rPr sz="14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channels.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28575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  <a:solidFill>
                      <a:srgbClr val="155F82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83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Agarwal</a:t>
                      </a:r>
                      <a:r>
                        <a:rPr sz="14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et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spc="-65" dirty="0">
                          <a:latin typeface="Trebuchet MS"/>
                          <a:cs typeface="Trebuchet MS"/>
                        </a:rPr>
                        <a:t>al.</a:t>
                      </a:r>
                      <a:r>
                        <a:rPr sz="14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[2]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267970">
                        <a:lnSpc>
                          <a:spcPct val="100299"/>
                        </a:lnSpc>
                        <a:spcBef>
                          <a:spcPts val="250"/>
                        </a:spcBef>
                      </a:pPr>
                      <a:r>
                        <a:rPr sz="1400" spc="-65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4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Impact</a:t>
                      </a:r>
                      <a:r>
                        <a:rPr sz="14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4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Ride-Hail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Surge</a:t>
                      </a:r>
                      <a:r>
                        <a:rPr sz="14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Factors</a:t>
                      </a:r>
                      <a:r>
                        <a:rPr sz="14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sz="14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Taxi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Bookings,</a:t>
                      </a:r>
                      <a:r>
                        <a:rPr sz="14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Transportation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Research</a:t>
                      </a:r>
                      <a:r>
                        <a:rPr sz="14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Part</a:t>
                      </a:r>
                      <a:r>
                        <a:rPr sz="14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C,</a:t>
                      </a:r>
                      <a:r>
                        <a:rPr sz="14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2022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1454" indent="-120014">
                        <a:lnSpc>
                          <a:spcPct val="100000"/>
                        </a:lnSpc>
                        <a:spcBef>
                          <a:spcPts val="254"/>
                        </a:spcBef>
                        <a:buChar char="•"/>
                        <a:tabLst>
                          <a:tab pos="211454" algn="l"/>
                        </a:tabLst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Machine-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learning-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based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demand</a:t>
                      </a:r>
                      <a:r>
                        <a:rPr sz="14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prediction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1440" marR="160655" indent="155575">
                        <a:lnSpc>
                          <a:spcPct val="100000"/>
                        </a:lnSpc>
                        <a:buChar char="•"/>
                        <a:tabLst>
                          <a:tab pos="247015" algn="l"/>
                        </a:tabLst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Analysis</a:t>
                      </a:r>
                      <a:r>
                        <a:rPr sz="14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4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ride-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hailing</a:t>
                      </a:r>
                      <a:r>
                        <a:rPr sz="14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sz="1400" spc="-70" dirty="0">
                          <a:latin typeface="Trebuchet MS"/>
                          <a:cs typeface="Trebuchet MS"/>
                        </a:rPr>
                        <a:t>taxi</a:t>
                      </a:r>
                      <a:r>
                        <a:rPr sz="14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booking</a:t>
                      </a:r>
                      <a:r>
                        <a:rPr sz="14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data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1440" marR="725805" indent="119380">
                        <a:lnSpc>
                          <a:spcPts val="1689"/>
                        </a:lnSpc>
                        <a:spcBef>
                          <a:spcPts val="45"/>
                        </a:spcBef>
                        <a:buChar char="•"/>
                        <a:tabLst>
                          <a:tab pos="210820" algn="l"/>
                        </a:tabLst>
                      </a:pPr>
                      <a:r>
                        <a:rPr sz="1400" spc="-40" dirty="0">
                          <a:latin typeface="Trebuchet MS"/>
                          <a:cs typeface="Trebuchet MS"/>
                        </a:rPr>
                        <a:t>Driver</a:t>
                      </a:r>
                      <a:r>
                        <a:rPr sz="14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guidance</a:t>
                      </a:r>
                      <a:r>
                        <a:rPr sz="14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demand</a:t>
                      </a:r>
                      <a:r>
                        <a:rPr sz="14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estimation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090" indent="-120014">
                        <a:lnSpc>
                          <a:spcPct val="100000"/>
                        </a:lnSpc>
                        <a:spcBef>
                          <a:spcPts val="254"/>
                        </a:spcBef>
                        <a:buChar char="•"/>
                        <a:tabLst>
                          <a:tab pos="212090" algn="l"/>
                        </a:tabLst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Improved</a:t>
                      </a:r>
                      <a:r>
                        <a:rPr sz="14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demand</a:t>
                      </a:r>
                      <a:r>
                        <a:rPr sz="14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prediction</a:t>
                      </a:r>
                      <a:r>
                        <a:rPr sz="14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can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reduce</a:t>
                      </a:r>
                      <a:r>
                        <a:rPr sz="14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vacant</a:t>
                      </a:r>
                      <a:r>
                        <a:rPr sz="14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70" dirty="0">
                          <a:latin typeface="Trebuchet MS"/>
                          <a:cs typeface="Trebuchet MS"/>
                        </a:rPr>
                        <a:t>taxi</a:t>
                      </a:r>
                      <a:r>
                        <a:rPr sz="14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time.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 marR="300990" indent="155575">
                        <a:lnSpc>
                          <a:spcPts val="1689"/>
                        </a:lnSpc>
                        <a:spcBef>
                          <a:spcPts val="45"/>
                        </a:spcBef>
                        <a:buChar char="•"/>
                        <a:tabLst>
                          <a:tab pos="247650" algn="l"/>
                        </a:tabLst>
                      </a:pPr>
                      <a:r>
                        <a:rPr sz="1400" spc="-55" dirty="0">
                          <a:latin typeface="Trebuchet MS"/>
                          <a:cs typeface="Trebuchet MS"/>
                        </a:rPr>
                        <a:t>Better</a:t>
                      </a:r>
                      <a:r>
                        <a:rPr sz="14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information</a:t>
                      </a:r>
                      <a:r>
                        <a:rPr sz="14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can</a:t>
                      </a:r>
                      <a:r>
                        <a:rPr sz="14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improve </a:t>
                      </a:r>
                      <a:r>
                        <a:rPr sz="1400" spc="-70" dirty="0">
                          <a:latin typeface="Trebuchet MS"/>
                          <a:cs typeface="Trebuchet MS"/>
                        </a:rPr>
                        <a:t>taxi</a:t>
                      </a:r>
                      <a:r>
                        <a:rPr sz="14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utilization</a:t>
                      </a:r>
                      <a:r>
                        <a:rPr sz="14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4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70" dirty="0">
                          <a:latin typeface="Trebuchet MS"/>
                          <a:cs typeface="Trebuchet MS"/>
                        </a:rPr>
                        <a:t>trip</a:t>
                      </a:r>
                      <a:r>
                        <a:rPr sz="14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efficiency.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090" indent="-120014">
                        <a:lnSpc>
                          <a:spcPct val="100000"/>
                        </a:lnSpc>
                        <a:spcBef>
                          <a:spcPts val="254"/>
                        </a:spcBef>
                        <a:buChar char="•"/>
                        <a:tabLst>
                          <a:tab pos="212090" algn="l"/>
                        </a:tabLst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Focuses</a:t>
                      </a:r>
                      <a:r>
                        <a:rPr sz="14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sz="14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pricing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demand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prediction.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 marR="445134" indent="119380">
                        <a:lnSpc>
                          <a:spcPct val="100000"/>
                        </a:lnSpc>
                        <a:buChar char="•"/>
                        <a:tabLst>
                          <a:tab pos="211454" algn="l"/>
                        </a:tabLst>
                      </a:pPr>
                      <a:r>
                        <a:rPr sz="1400" spc="50" dirty="0">
                          <a:latin typeface="Trebuchet MS"/>
                          <a:cs typeface="Trebuchet MS"/>
                        </a:rPr>
                        <a:t>Does</a:t>
                      </a:r>
                      <a:r>
                        <a:rPr sz="14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sz="14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address</a:t>
                      </a:r>
                      <a:r>
                        <a:rPr sz="14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direct</a:t>
                      </a:r>
                      <a:r>
                        <a:rPr sz="14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user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communication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through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messaging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platforms.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 marR="774700" indent="155575">
                        <a:lnSpc>
                          <a:spcPct val="100000"/>
                        </a:lnSpc>
                        <a:buChar char="•"/>
                        <a:tabLst>
                          <a:tab pos="247650" algn="l"/>
                        </a:tabLst>
                      </a:pPr>
                      <a:r>
                        <a:rPr sz="1400" spc="-50" dirty="0">
                          <a:latin typeface="Trebuchet MS"/>
                          <a:cs typeface="Trebuchet MS"/>
                        </a:rPr>
                        <a:t>Future</a:t>
                      </a:r>
                      <a:r>
                        <a:rPr sz="14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work</a:t>
                      </a:r>
                      <a:r>
                        <a:rPr sz="14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can</a:t>
                      </a:r>
                      <a:r>
                        <a:rPr sz="14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explore </a:t>
                      </a:r>
                      <a:r>
                        <a:rPr sz="1400" spc="-55" dirty="0">
                          <a:latin typeface="Trebuchet MS"/>
                          <a:cs typeface="Trebuchet MS"/>
                        </a:rPr>
                        <a:t>integrated</a:t>
                      </a:r>
                      <a:r>
                        <a:rPr sz="14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booking</a:t>
                      </a:r>
                      <a:r>
                        <a:rPr sz="14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and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communication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systems.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685">
                <a:tc>
                  <a:txBody>
                    <a:bodyPr/>
                    <a:lstStyle/>
                    <a:p>
                      <a:pPr marL="90805" marR="160020">
                        <a:lnSpc>
                          <a:spcPct val="100699"/>
                        </a:lnSpc>
                        <a:spcBef>
                          <a:spcPts val="25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Chen</a:t>
                      </a:r>
                      <a:r>
                        <a:rPr sz="14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75" dirty="0">
                          <a:latin typeface="Trebuchet MS"/>
                          <a:cs typeface="Trebuchet MS"/>
                        </a:rPr>
                        <a:t>et</a:t>
                      </a:r>
                      <a:r>
                        <a:rPr sz="14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al.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[3]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  <a:solidFill>
                      <a:srgbClr val="155F8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5250">
                        <a:lnSpc>
                          <a:spcPct val="100200"/>
                        </a:lnSpc>
                        <a:spcBef>
                          <a:spcPts val="260"/>
                        </a:spcBef>
                      </a:pPr>
                      <a:r>
                        <a:rPr sz="1400" spc="-40" dirty="0">
                          <a:latin typeface="Trebuchet MS"/>
                          <a:cs typeface="Trebuchet MS"/>
                        </a:rPr>
                        <a:t>Real-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Time</a:t>
                      </a:r>
                      <a:r>
                        <a:rPr sz="14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Spatial–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Intertemporal</a:t>
                      </a:r>
                      <a:r>
                        <a:rPr sz="14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Pricing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and Relocation</a:t>
                      </a:r>
                      <a:r>
                        <a:rPr sz="14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4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4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Ride-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Hailing</a:t>
                      </a:r>
                      <a:r>
                        <a:rPr sz="14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Network, Operations</a:t>
                      </a:r>
                      <a:r>
                        <a:rPr sz="14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Research,</a:t>
                      </a:r>
                      <a:r>
                        <a:rPr sz="14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2024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  <a:solidFill>
                      <a:srgbClr val="155F8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00380" indent="119380">
                        <a:lnSpc>
                          <a:spcPct val="100000"/>
                        </a:lnSpc>
                        <a:spcBef>
                          <a:spcPts val="265"/>
                        </a:spcBef>
                        <a:buChar char="•"/>
                        <a:tabLst>
                          <a:tab pos="210820" algn="l"/>
                        </a:tabLst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Real-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time</a:t>
                      </a:r>
                      <a:r>
                        <a:rPr sz="14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demand</a:t>
                      </a:r>
                      <a:r>
                        <a:rPr sz="14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supply</a:t>
                      </a:r>
                      <a:r>
                        <a:rPr sz="14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analysis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210820" indent="-119380">
                        <a:lnSpc>
                          <a:spcPct val="100000"/>
                        </a:lnSpc>
                        <a:buChar char="•"/>
                        <a:tabLst>
                          <a:tab pos="210820" algn="l"/>
                        </a:tabLst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Dynamic</a:t>
                      </a:r>
                      <a:r>
                        <a:rPr sz="14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pricing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1440" marR="504825" indent="119380">
                        <a:lnSpc>
                          <a:spcPts val="1689"/>
                        </a:lnSpc>
                        <a:spcBef>
                          <a:spcPts val="45"/>
                        </a:spcBef>
                        <a:buChar char="•"/>
                        <a:tabLst>
                          <a:tab pos="210820" algn="l"/>
                        </a:tabLst>
                      </a:pPr>
                      <a:r>
                        <a:rPr sz="1400" spc="-35" dirty="0">
                          <a:latin typeface="Trebuchet MS"/>
                          <a:cs typeface="Trebuchet MS"/>
                        </a:rPr>
                        <a:t>Optimization</a:t>
                      </a:r>
                      <a:r>
                        <a:rPr sz="14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using</a:t>
                      </a:r>
                      <a:r>
                        <a:rPr sz="14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5" dirty="0">
                          <a:latin typeface="Trebuchet MS"/>
                          <a:cs typeface="Trebuchet MS"/>
                        </a:rPr>
                        <a:t>taxi 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network</a:t>
                      </a:r>
                      <a:r>
                        <a:rPr sz="14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data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  <a:solidFill>
                      <a:srgbClr val="155F8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82600" indent="119380">
                        <a:lnSpc>
                          <a:spcPct val="100000"/>
                        </a:lnSpc>
                        <a:spcBef>
                          <a:spcPts val="265"/>
                        </a:spcBef>
                        <a:buChar char="•"/>
                        <a:tabLst>
                          <a:tab pos="211454" algn="l"/>
                        </a:tabLst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Real-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time</a:t>
                      </a:r>
                      <a:r>
                        <a:rPr sz="14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decision-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making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improves</a:t>
                      </a:r>
                      <a:r>
                        <a:rPr sz="14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4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balance</a:t>
                      </a:r>
                      <a:r>
                        <a:rPr sz="14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between 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drivers</a:t>
                      </a:r>
                      <a:r>
                        <a:rPr sz="14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4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passengers.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 marR="266065" indent="119380">
                        <a:lnSpc>
                          <a:spcPct val="100000"/>
                        </a:lnSpc>
                        <a:buChar char="•"/>
                        <a:tabLst>
                          <a:tab pos="211454" algn="l"/>
                        </a:tabLst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Dynamic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strategies</a:t>
                      </a:r>
                      <a:r>
                        <a:rPr sz="14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can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improve 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ride-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hailing 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efficiency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under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changing</a:t>
                      </a:r>
                      <a:r>
                        <a:rPr sz="14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demand.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  <a:solidFill>
                      <a:srgbClr val="155F8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00660" indent="119380">
                        <a:lnSpc>
                          <a:spcPct val="100000"/>
                        </a:lnSpc>
                        <a:spcBef>
                          <a:spcPts val="265"/>
                        </a:spcBef>
                        <a:buChar char="•"/>
                        <a:tabLst>
                          <a:tab pos="211454" algn="l"/>
                        </a:tabLst>
                      </a:pPr>
                      <a:r>
                        <a:rPr sz="1400" spc="-50" dirty="0">
                          <a:latin typeface="Trebuchet MS"/>
                          <a:cs typeface="Trebuchet MS"/>
                        </a:rPr>
                        <a:t>Primarily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focuses</a:t>
                      </a:r>
                      <a:r>
                        <a:rPr sz="14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pricing</a:t>
                      </a:r>
                      <a:r>
                        <a:rPr sz="14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vehicle</a:t>
                      </a:r>
                      <a:r>
                        <a:rPr sz="14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relocation.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 marR="127635" indent="119380">
                        <a:lnSpc>
                          <a:spcPct val="100000"/>
                        </a:lnSpc>
                        <a:buChar char="•"/>
                        <a:tabLst>
                          <a:tab pos="211454" algn="l"/>
                        </a:tabLst>
                      </a:pPr>
                      <a:r>
                        <a:rPr sz="1400" spc="50" dirty="0">
                          <a:latin typeface="Trebuchet MS"/>
                          <a:cs typeface="Trebuchet MS"/>
                        </a:rPr>
                        <a:t>Does</a:t>
                      </a:r>
                      <a:r>
                        <a:rPr sz="14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sz="14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include</a:t>
                      </a:r>
                      <a:r>
                        <a:rPr sz="14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WhatsApp-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based</a:t>
                      </a:r>
                      <a:r>
                        <a:rPr sz="14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interaction</a:t>
                      </a:r>
                      <a:r>
                        <a:rPr sz="14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sz="14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complete</a:t>
                      </a:r>
                      <a:r>
                        <a:rPr sz="14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ride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management.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211454" indent="-119380">
                        <a:lnSpc>
                          <a:spcPct val="100000"/>
                        </a:lnSpc>
                        <a:buChar char="•"/>
                        <a:tabLst>
                          <a:tab pos="211454" algn="l"/>
                        </a:tabLst>
                      </a:pPr>
                      <a:r>
                        <a:rPr sz="1400" spc="-50" dirty="0">
                          <a:latin typeface="Trebuchet MS"/>
                          <a:cs typeface="Trebuchet MS"/>
                        </a:rPr>
                        <a:t>Future</a:t>
                      </a:r>
                      <a:r>
                        <a:rPr sz="14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work</a:t>
                      </a:r>
                      <a:r>
                        <a:rPr sz="14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can</a:t>
                      </a:r>
                      <a:r>
                        <a:rPr sz="14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combine</a:t>
                      </a:r>
                      <a:r>
                        <a:rPr sz="14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real-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Trebuchet MS"/>
                          <a:cs typeface="Trebuchet MS"/>
                        </a:rPr>
                        <a:t>time</a:t>
                      </a:r>
                      <a:r>
                        <a:rPr sz="14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management</a:t>
                      </a:r>
                      <a:r>
                        <a:rPr sz="14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with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conversational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booking.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  <a:solidFill>
                      <a:srgbClr val="155F82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719320" y="157048"/>
            <a:ext cx="27533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63C7"/>
                </a:solidFill>
                <a:latin typeface="Times New Roman"/>
                <a:cs typeface="Times New Roman"/>
              </a:rPr>
              <a:t>Literature</a:t>
            </a:r>
            <a:r>
              <a:rPr sz="2800" spc="-114" dirty="0">
                <a:solidFill>
                  <a:srgbClr val="0063C7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63C7"/>
                </a:solidFill>
                <a:latin typeface="Times New Roman"/>
                <a:cs typeface="Times New Roman"/>
              </a:rPr>
              <a:t>Survey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68888" y="6423456"/>
            <a:ext cx="10731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767676"/>
                </a:solidFill>
                <a:latin typeface="Trebuchet MS"/>
                <a:cs typeface="Trebuchet MS"/>
              </a:rPr>
              <a:t>5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2587" y="68664"/>
            <a:ext cx="1424872" cy="4806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3517" rIns="0" bIns="0" rtlCol="0">
            <a:spAutoFit/>
          </a:bodyPr>
          <a:lstStyle/>
          <a:p>
            <a:pPr marL="773430">
              <a:lnSpc>
                <a:spcPct val="100000"/>
              </a:lnSpc>
              <a:spcBef>
                <a:spcPts val="100"/>
              </a:spcBef>
            </a:pPr>
            <a:r>
              <a:rPr sz="3600" spc="-40" dirty="0"/>
              <a:t>Problem</a:t>
            </a:r>
            <a:r>
              <a:rPr sz="3600" spc="-355" dirty="0"/>
              <a:t> </a:t>
            </a:r>
            <a:r>
              <a:rPr sz="3600" spc="80" dirty="0"/>
              <a:t>Gap</a:t>
            </a:r>
            <a:r>
              <a:rPr sz="3600" spc="-330" dirty="0"/>
              <a:t> </a:t>
            </a:r>
            <a:r>
              <a:rPr sz="3600" spc="-40" dirty="0"/>
              <a:t>Identification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2587" y="68664"/>
            <a:ext cx="1424872" cy="4806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18641" y="1658238"/>
            <a:ext cx="8851265" cy="2692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720" indent="-28702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720" algn="l"/>
              </a:tabLst>
            </a:pPr>
            <a:r>
              <a:rPr sz="2500" dirty="0">
                <a:latin typeface="Times New Roman"/>
                <a:cs typeface="Times New Roman"/>
              </a:rPr>
              <a:t>Existing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taxi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systems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mainly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depend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on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mobile</a:t>
            </a:r>
            <a:r>
              <a:rPr sz="2500" b="1" spc="-4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apps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or</a:t>
            </a:r>
            <a:r>
              <a:rPr sz="2500" b="1" spc="-10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websites</a:t>
            </a:r>
            <a:r>
              <a:rPr sz="2500" spc="-10" dirty="0">
                <a:latin typeface="Times New Roman"/>
                <a:cs typeface="Times New Roman"/>
              </a:rPr>
              <a:t>.</a:t>
            </a:r>
            <a:endParaRPr sz="2500">
              <a:latin typeface="Times New Roman"/>
              <a:cs typeface="Times New Roman"/>
            </a:endParaRPr>
          </a:p>
          <a:p>
            <a:pPr marL="299720" indent="-287020">
              <a:lnSpc>
                <a:spcPct val="100000"/>
              </a:lnSpc>
              <a:buFont typeface="Arial MT"/>
              <a:buChar char="•"/>
              <a:tabLst>
                <a:tab pos="299720" algn="l"/>
              </a:tabLst>
            </a:pPr>
            <a:r>
              <a:rPr sz="2500" dirty="0">
                <a:latin typeface="Times New Roman"/>
                <a:cs typeface="Times New Roman"/>
              </a:rPr>
              <a:t>Limited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integration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WhatsApp</a:t>
            </a:r>
            <a:r>
              <a:rPr sz="2500" b="1" spc="-8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for</a:t>
            </a:r>
            <a:r>
              <a:rPr sz="2500" b="1" spc="-11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direct</a:t>
            </a:r>
            <a:r>
              <a:rPr sz="2500" b="1" spc="-4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taxi</a:t>
            </a:r>
            <a:r>
              <a:rPr sz="2500" b="1" spc="-7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booking</a:t>
            </a:r>
            <a:r>
              <a:rPr sz="2500" spc="-10" dirty="0">
                <a:latin typeface="Times New Roman"/>
                <a:cs typeface="Times New Roman"/>
              </a:rPr>
              <a:t>.</a:t>
            </a:r>
            <a:endParaRPr sz="25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500" spc="-20" dirty="0">
                <a:latin typeface="Times New Roman"/>
                <a:cs typeface="Times New Roman"/>
              </a:rPr>
              <a:t>Real-</a:t>
            </a:r>
            <a:r>
              <a:rPr sz="2500" dirty="0">
                <a:latin typeface="Times New Roman"/>
                <a:cs typeface="Times New Roman"/>
              </a:rPr>
              <a:t>time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communication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between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passengers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and</a:t>
            </a:r>
            <a:r>
              <a:rPr sz="2500" b="1" spc="-9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drivers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can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be </a:t>
            </a:r>
            <a:r>
              <a:rPr sz="2500" spc="-10" dirty="0">
                <a:latin typeface="Times New Roman"/>
                <a:cs typeface="Times New Roman"/>
              </a:rPr>
              <a:t>improved.</a:t>
            </a:r>
            <a:endParaRPr sz="2500">
              <a:latin typeface="Times New Roman"/>
              <a:cs typeface="Times New Roman"/>
            </a:endParaRPr>
          </a:p>
          <a:p>
            <a:pPr marL="299720" indent="-287020">
              <a:lnSpc>
                <a:spcPct val="100000"/>
              </a:lnSpc>
              <a:buFont typeface="Arial MT"/>
              <a:buChar char="•"/>
              <a:tabLst>
                <a:tab pos="299720" algn="l"/>
              </a:tabLst>
            </a:pPr>
            <a:r>
              <a:rPr sz="2500" dirty="0">
                <a:latin typeface="Times New Roman"/>
                <a:cs typeface="Times New Roman"/>
              </a:rPr>
              <a:t>Lack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simple,</a:t>
            </a:r>
            <a:r>
              <a:rPr sz="2500" b="1" spc="-40" dirty="0">
                <a:latin typeface="Times New Roman"/>
                <a:cs typeface="Times New Roman"/>
              </a:rPr>
              <a:t> </a:t>
            </a:r>
            <a:r>
              <a:rPr sz="2500" b="1" spc="-20" dirty="0">
                <a:latin typeface="Times New Roman"/>
                <a:cs typeface="Times New Roman"/>
              </a:rPr>
              <a:t>app-</a:t>
            </a:r>
            <a:r>
              <a:rPr sz="2500" b="1" dirty="0">
                <a:latin typeface="Times New Roman"/>
                <a:cs typeface="Times New Roman"/>
              </a:rPr>
              <a:t>free</a:t>
            </a:r>
            <a:r>
              <a:rPr sz="2500" b="1" spc="-3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booking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experience</a:t>
            </a:r>
            <a:r>
              <a:rPr sz="2500" spc="-10" dirty="0">
                <a:latin typeface="Times New Roman"/>
                <a:cs typeface="Times New Roman"/>
              </a:rPr>
              <a:t>.</a:t>
            </a:r>
            <a:endParaRPr sz="2500">
              <a:latin typeface="Times New Roman"/>
              <a:cs typeface="Times New Roman"/>
            </a:endParaRPr>
          </a:p>
          <a:p>
            <a:pPr marL="299085" marR="34036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proposed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system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addresses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these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gaps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through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WhatsApp </a:t>
            </a:r>
            <a:r>
              <a:rPr sz="2500" b="1" dirty="0">
                <a:latin typeface="Times New Roman"/>
                <a:cs typeface="Times New Roman"/>
              </a:rPr>
              <a:t>booking,</a:t>
            </a:r>
            <a:r>
              <a:rPr sz="2500" b="1" spc="-7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driver</a:t>
            </a:r>
            <a:r>
              <a:rPr sz="2500" b="1" spc="-10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assignment,</a:t>
            </a:r>
            <a:r>
              <a:rPr sz="2500" b="1" spc="-4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and</a:t>
            </a:r>
            <a:r>
              <a:rPr sz="2500" b="1" spc="-75" dirty="0">
                <a:latin typeface="Times New Roman"/>
                <a:cs typeface="Times New Roman"/>
              </a:rPr>
              <a:t> </a:t>
            </a:r>
            <a:r>
              <a:rPr sz="2500" b="1" spc="-25" dirty="0">
                <a:latin typeface="Times New Roman"/>
                <a:cs typeface="Times New Roman"/>
              </a:rPr>
              <a:t>real-</a:t>
            </a:r>
            <a:r>
              <a:rPr sz="2500" b="1" dirty="0">
                <a:latin typeface="Times New Roman"/>
                <a:cs typeface="Times New Roman"/>
              </a:rPr>
              <a:t>time</a:t>
            </a:r>
            <a:r>
              <a:rPr sz="2500" b="1" spc="-2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ride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management</a:t>
            </a:r>
            <a:r>
              <a:rPr sz="2500" spc="-10" dirty="0">
                <a:latin typeface="Times New Roman"/>
                <a:cs typeface="Times New Roman"/>
              </a:rPr>
              <a:t>.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11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5" dirty="0"/>
              <a:t>Innovation,</a:t>
            </a:r>
            <a:r>
              <a:rPr sz="3600" spc="-305" dirty="0"/>
              <a:t> </a:t>
            </a:r>
            <a:r>
              <a:rPr sz="3600" spc="-125" dirty="0"/>
              <a:t>Creativity,</a:t>
            </a:r>
            <a:r>
              <a:rPr sz="3600" spc="-345" dirty="0"/>
              <a:t> </a:t>
            </a:r>
            <a:r>
              <a:rPr sz="3600" dirty="0"/>
              <a:t>and</a:t>
            </a:r>
            <a:r>
              <a:rPr sz="3600" spc="-285" dirty="0"/>
              <a:t> </a:t>
            </a:r>
            <a:r>
              <a:rPr sz="3600" spc="-10" dirty="0"/>
              <a:t>Novelty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2587" y="68664"/>
            <a:ext cx="1424872" cy="4806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b="1" spc="-25" dirty="0">
                <a:latin typeface="Times New Roman"/>
                <a:cs typeface="Times New Roman"/>
              </a:rPr>
              <a:t>WhatsApp-</a:t>
            </a:r>
            <a:r>
              <a:rPr b="1" dirty="0">
                <a:latin typeface="Times New Roman"/>
                <a:cs typeface="Times New Roman"/>
              </a:rPr>
              <a:t>based</a:t>
            </a:r>
            <a:r>
              <a:rPr b="1" spc="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taxi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booking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dirty="0"/>
              <a:t>without</a:t>
            </a:r>
            <a:r>
              <a:rPr spc="-30" dirty="0"/>
              <a:t> </a:t>
            </a:r>
            <a:r>
              <a:rPr dirty="0"/>
              <a:t>requiring</a:t>
            </a:r>
            <a:r>
              <a:rPr spc="-4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spc="-10" dirty="0"/>
              <a:t>separate 	</a:t>
            </a:r>
            <a:r>
              <a:rPr spc="-20" dirty="0"/>
              <a:t>app.</a:t>
            </a: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b="1" spc="-10" dirty="0">
                <a:latin typeface="Times New Roman"/>
                <a:cs typeface="Times New Roman"/>
              </a:rPr>
              <a:t>Real-</a:t>
            </a:r>
            <a:r>
              <a:rPr b="1" dirty="0">
                <a:latin typeface="Times New Roman"/>
                <a:cs typeface="Times New Roman"/>
              </a:rPr>
              <a:t>time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ride</a:t>
            </a:r>
            <a:r>
              <a:rPr b="1" spc="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tracking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dirty="0"/>
              <a:t>and status </a:t>
            </a:r>
            <a:r>
              <a:rPr spc="-10" dirty="0"/>
              <a:t>updates.</a:t>
            </a:r>
          </a:p>
          <a:p>
            <a:pPr marL="297180" marR="453390" indent="-28511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b="1" dirty="0">
                <a:latin typeface="Times New Roman"/>
                <a:cs typeface="Times New Roman"/>
              </a:rPr>
              <a:t>Automated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driver</a:t>
            </a:r>
            <a:r>
              <a:rPr b="1" spc="-9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assignment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dirty="0"/>
              <a:t>based</a:t>
            </a:r>
            <a:r>
              <a:rPr spc="-35" dirty="0"/>
              <a:t> </a:t>
            </a:r>
            <a:r>
              <a:rPr dirty="0"/>
              <a:t>on</a:t>
            </a:r>
            <a:r>
              <a:rPr spc="-40" dirty="0"/>
              <a:t> </a:t>
            </a:r>
            <a:r>
              <a:rPr dirty="0"/>
              <a:t>availability</a:t>
            </a:r>
            <a:r>
              <a:rPr spc="-75" dirty="0"/>
              <a:t> </a:t>
            </a:r>
            <a:r>
              <a:rPr spc="-25" dirty="0"/>
              <a:t>and 	</a:t>
            </a:r>
            <a:r>
              <a:rPr spc="-10" dirty="0"/>
              <a:t>location.</a:t>
            </a:r>
          </a:p>
          <a:p>
            <a:pPr marL="297180" marR="770255" indent="-28511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b="1" dirty="0">
                <a:latin typeface="Times New Roman"/>
                <a:cs typeface="Times New Roman"/>
              </a:rPr>
              <a:t>Instant</a:t>
            </a:r>
            <a:r>
              <a:rPr b="1" spc="-8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WhatsApp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notifications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booking</a:t>
            </a:r>
            <a:r>
              <a:rPr spc="-4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20" dirty="0"/>
              <a:t>ride 	</a:t>
            </a:r>
            <a:r>
              <a:rPr spc="-10" dirty="0"/>
              <a:t>updates.</a:t>
            </a:r>
          </a:p>
          <a:p>
            <a:pPr marL="297180" marR="745490" indent="-2851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/>
              <a:t>Provides</a:t>
            </a:r>
            <a:r>
              <a:rPr spc="-30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b="1" dirty="0">
                <a:latin typeface="Times New Roman"/>
                <a:cs typeface="Times New Roman"/>
              </a:rPr>
              <a:t>simple,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convenient,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and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spc="-35" dirty="0">
                <a:latin typeface="Times New Roman"/>
                <a:cs typeface="Times New Roman"/>
              </a:rPr>
              <a:t>user-</a:t>
            </a:r>
            <a:r>
              <a:rPr b="1" dirty="0">
                <a:latin typeface="Times New Roman"/>
                <a:cs typeface="Times New Roman"/>
              </a:rPr>
              <a:t>friendly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spc="-20" dirty="0"/>
              <a:t>taxi 	</a:t>
            </a:r>
            <a:r>
              <a:rPr dirty="0"/>
              <a:t>booking</a:t>
            </a:r>
            <a:r>
              <a:rPr spc="-10" dirty="0"/>
              <a:t> experience</a:t>
            </a:r>
            <a:r>
              <a:rPr sz="1800" spc="-10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374" rIns="0" bIns="0" rtlCol="0">
            <a:spAutoFit/>
          </a:bodyPr>
          <a:lstStyle/>
          <a:p>
            <a:pPr marL="53975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Feasibility</a:t>
            </a:r>
            <a:r>
              <a:rPr spc="-300" dirty="0"/>
              <a:t> </a:t>
            </a:r>
            <a:r>
              <a:rPr dirty="0"/>
              <a:t>and</a:t>
            </a:r>
            <a:r>
              <a:rPr spc="-345" dirty="0"/>
              <a:t> </a:t>
            </a:r>
            <a:r>
              <a:rPr spc="-120" dirty="0"/>
              <a:t>Project</a:t>
            </a:r>
            <a:r>
              <a:rPr spc="-325" dirty="0"/>
              <a:t> </a:t>
            </a:r>
            <a:r>
              <a:rPr spc="-20" dirty="0"/>
              <a:t>Plan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2587" y="68664"/>
            <a:ext cx="1424872" cy="4806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7155" y="909955"/>
            <a:ext cx="10057384" cy="56051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B6912-1F7F-AF8C-BA40-A28ECD3DD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304800"/>
            <a:ext cx="7134605" cy="615553"/>
          </a:xfrm>
        </p:spPr>
        <p:txBody>
          <a:bodyPr/>
          <a:lstStyle/>
          <a:p>
            <a:r>
              <a:rPr lang="en-IN" dirty="0"/>
              <a:t>Frontend 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978843-31B1-2BC9-C5F5-A02BC50E0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066800"/>
            <a:ext cx="9829800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386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17449-5D9D-7F44-1BC8-D2CFA7E25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952564-EE4E-B461-BE22-D321CFF82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195" y="157047"/>
            <a:ext cx="7134605" cy="626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233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</TotalTime>
  <Words>744</Words>
  <Application>Microsoft Office PowerPoint</Application>
  <PresentationFormat>Widescreen</PresentationFormat>
  <Paragraphs>101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MT</vt:lpstr>
      <vt:lpstr>Calibri</vt:lpstr>
      <vt:lpstr>Times New Roman</vt:lpstr>
      <vt:lpstr>Trebuchet MS</vt:lpstr>
      <vt:lpstr>Office Theme</vt:lpstr>
      <vt:lpstr>WhatsApp-Integrated Smart Taxi Booking System</vt:lpstr>
      <vt:lpstr>Outline of Project Work</vt:lpstr>
      <vt:lpstr>Problem Statement</vt:lpstr>
      <vt:lpstr>Objectives</vt:lpstr>
      <vt:lpstr>Literature Survey</vt:lpstr>
      <vt:lpstr>Problem Gap Identification</vt:lpstr>
      <vt:lpstr>Innovation, Creativity, and Novelty</vt:lpstr>
      <vt:lpstr>Feasibility and Project Plan</vt:lpstr>
      <vt:lpstr>Frontend Implementation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srikanth ch</dc:creator>
  <cp:lastModifiedBy>Srinivas Areti</cp:lastModifiedBy>
  <cp:revision>3</cp:revision>
  <dcterms:created xsi:type="dcterms:W3CDTF">2026-09-22T03:09:37Z</dcterms:created>
  <dcterms:modified xsi:type="dcterms:W3CDTF">2026-10-08T03:50:40Z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2026-08-18T00:00:00Z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2026-09-22T00:00:00Z</vt:filetime>
  </property>
  <property fmtid="{D5CDD505-2E9C-101B-9397-08002B2CF9AE}" pid="6" name="Producer">
    <vt:lpwstr>Microsoft® PowerPoint® 2019</vt:lpwstr>
  </property>
</Properties>
</file>